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4" r:id="rId4"/>
    <p:sldId id="263" r:id="rId5"/>
    <p:sldId id="265" r:id="rId6"/>
    <p:sldId id="267" r:id="rId7"/>
    <p:sldId id="268" r:id="rId8"/>
    <p:sldId id="266" r:id="rId9"/>
    <p:sldId id="257" r:id="rId10"/>
    <p:sldId id="258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788"/>
    <a:srgbClr val="5AA7B2"/>
    <a:srgbClr val="1E4C84"/>
    <a:srgbClr val="C7DEF8"/>
    <a:srgbClr val="9E3B39"/>
    <a:srgbClr val="F6E2E2"/>
    <a:srgbClr val="9D4B09"/>
    <a:srgbClr val="F39449"/>
    <a:srgbClr val="FEEBDA"/>
    <a:srgbClr val="D6E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8"/>
    <p:restoredTop sz="94694"/>
  </p:normalViewPr>
  <p:slideViewPr>
    <p:cSldViewPr snapToGrid="0" snapToObjects="1">
      <p:cViewPr>
        <p:scale>
          <a:sx n="213" d="100"/>
          <a:sy n="213" d="100"/>
        </p:scale>
        <p:origin x="14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51746-D04A-4347-9342-C9EC3015D482}" type="datetimeFigureOut">
              <a:t>27.08.22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867B1-18B6-EE4D-BAF6-A6331AC807D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35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64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62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8068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97844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550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20536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867B1-18B6-EE4D-BAF6-A6331AC807D4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013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7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8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2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BCBE-A2DD-2248-8676-657FEEB74689}" type="datetimeFigureOut">
              <a:rPr lang="en-US" smtClean="0"/>
              <a:t>8/27/22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4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DC4B3524-9C2E-DA4B-B6DC-A49F100AF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72"/>
          <a:stretch/>
        </p:blipFill>
        <p:spPr>
          <a:xfrm>
            <a:off x="0" y="0"/>
            <a:ext cx="9144000" cy="64323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4F10BC-13A2-B74B-AE78-7EFBE75FF195}"/>
              </a:ext>
            </a:extLst>
          </p:cNvPr>
          <p:cNvSpPr txBox="1"/>
          <p:nvPr/>
        </p:nvSpPr>
        <p:spPr>
          <a:xfrm>
            <a:off x="228600" y="1315654"/>
            <a:ext cx="3900910" cy="476726"/>
          </a:xfrm>
          <a:prstGeom prst="roundRect">
            <a:avLst/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Source: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Write R scripts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09195-DDD2-5E4C-A0C6-9AF6C5390C59}"/>
              </a:ext>
            </a:extLst>
          </p:cNvPr>
          <p:cNvSpPr txBox="1"/>
          <p:nvPr/>
        </p:nvSpPr>
        <p:spPr>
          <a:xfrm>
            <a:off x="353833" y="4061485"/>
            <a:ext cx="3900910" cy="1854160"/>
          </a:xfrm>
          <a:prstGeom prst="roundRect">
            <a:avLst>
              <a:gd name="adj" fmla="val 6781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Console: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Run R code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Terminal: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Text-based interface to computer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Jobs: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Monitor background processes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27102-8D0E-914E-A7EA-E89551C85849}"/>
              </a:ext>
            </a:extLst>
          </p:cNvPr>
          <p:cNvSpPr txBox="1"/>
          <p:nvPr/>
        </p:nvSpPr>
        <p:spPr>
          <a:xfrm>
            <a:off x="4608576" y="1119312"/>
            <a:ext cx="4438649" cy="1854160"/>
          </a:xfrm>
          <a:prstGeom prst="roundRect">
            <a:avLst>
              <a:gd name="adj" fmla="val 7695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Environment: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 objects </a:t>
            </a:r>
            <a:r>
              <a:rPr lang="en-GB" sz="2200">
                <a:solidFill>
                  <a:srgbClr val="367788"/>
                </a:solidFill>
                <a:latin typeface="Avenir Next Condensed" panose="020B0506020202020204" pitchFamily="34" charset="0"/>
              </a:rPr>
              <a:t>in workspace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History: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 previously run code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Connections: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Connect to online services</a:t>
            </a:r>
            <a:b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</a:br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Git: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Version control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Tutorial: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Some R tutorials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A23617-6022-1E49-B521-1CA166EF19E0}"/>
              </a:ext>
            </a:extLst>
          </p:cNvPr>
          <p:cNvSpPr/>
          <p:nvPr/>
        </p:nvSpPr>
        <p:spPr>
          <a:xfrm>
            <a:off x="4608576" y="4155948"/>
            <a:ext cx="4438650" cy="2404872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63F530AF-1029-BC42-A011-352432BBB3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700"/>
          <a:stretch/>
        </p:blipFill>
        <p:spPr>
          <a:xfrm>
            <a:off x="4933950" y="5353047"/>
            <a:ext cx="3522345" cy="11251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CF310-74D0-F94F-B7A5-06BB70A34524}"/>
              </a:ext>
            </a:extLst>
          </p:cNvPr>
          <p:cNvSpPr txBox="1"/>
          <p:nvPr/>
        </p:nvSpPr>
        <p:spPr>
          <a:xfrm>
            <a:off x="4608576" y="3975621"/>
            <a:ext cx="4438649" cy="1871424"/>
          </a:xfrm>
          <a:prstGeom prst="roundRect">
            <a:avLst>
              <a:gd name="adj" fmla="val 9390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Files: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Browse project folder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Plots: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 output figures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Packages: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Install and load libraries</a:t>
            </a:r>
            <a:b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</a:br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Help: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 documentation for functions</a:t>
            </a:r>
          </a:p>
          <a:p>
            <a:r>
              <a:rPr lang="en-GB" sz="22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Viewer: </a:t>
            </a:r>
            <a:r>
              <a:rPr lang="en-GB" sz="22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Preview HTML outputs</a:t>
            </a:r>
          </a:p>
        </p:txBody>
      </p:sp>
    </p:spTree>
    <p:extLst>
      <p:ext uri="{BB962C8B-B14F-4D97-AF65-F5344CB8AC3E}">
        <p14:creationId xmlns:p14="http://schemas.microsoft.com/office/powerpoint/2010/main" val="94222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DC4B3524-9C2E-DA4B-B6DC-A49F100AF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72"/>
          <a:stretch/>
        </p:blipFill>
        <p:spPr>
          <a:xfrm>
            <a:off x="0" y="0"/>
            <a:ext cx="9144000" cy="64323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09195-DDD2-5E4C-A0C6-9AF6C5390C59}"/>
              </a:ext>
            </a:extLst>
          </p:cNvPr>
          <p:cNvSpPr txBox="1"/>
          <p:nvPr/>
        </p:nvSpPr>
        <p:spPr>
          <a:xfrm>
            <a:off x="47485" y="5691867"/>
            <a:ext cx="2137252" cy="415588"/>
          </a:xfrm>
          <a:prstGeom prst="roundRect">
            <a:avLst>
              <a:gd name="adj" fmla="val 6781"/>
            </a:avLst>
          </a:prstGeom>
          <a:solidFill>
            <a:srgbClr val="F6E2E2"/>
          </a:solidFill>
          <a:ln>
            <a:solidFill>
              <a:srgbClr val="9E3B39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9E3B39"/>
                </a:solidFill>
                <a:latin typeface="Avenir Next Condensed" panose="020B0506020202020204" pitchFamily="34" charset="0"/>
              </a:rPr>
              <a:t>Console: </a:t>
            </a:r>
            <a:r>
              <a:rPr lang="en-GB" sz="2000" dirty="0">
                <a:solidFill>
                  <a:srgbClr val="9E3B39"/>
                </a:solidFill>
                <a:latin typeface="Avenir Next Condensed" panose="020B0506020202020204" pitchFamily="34" charset="0"/>
              </a:rPr>
              <a:t>Run R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27102-8D0E-914E-A7EA-E89551C85849}"/>
              </a:ext>
            </a:extLst>
          </p:cNvPr>
          <p:cNvSpPr txBox="1"/>
          <p:nvPr/>
        </p:nvSpPr>
        <p:spPr>
          <a:xfrm>
            <a:off x="2548453" y="1251671"/>
            <a:ext cx="4020910" cy="415588"/>
          </a:xfrm>
          <a:prstGeom prst="roundRect">
            <a:avLst>
              <a:gd name="adj" fmla="val 7695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Environment: </a:t>
            </a:r>
            <a:r>
              <a:rPr lang="en-GB" sz="20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 objects in workspace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A23617-6022-1E49-B521-1CA166EF19E0}"/>
              </a:ext>
            </a:extLst>
          </p:cNvPr>
          <p:cNvSpPr/>
          <p:nvPr/>
        </p:nvSpPr>
        <p:spPr>
          <a:xfrm>
            <a:off x="4608576" y="4155948"/>
            <a:ext cx="4438650" cy="2404872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C2ACA2-3103-714A-A291-22097C4F9A4C}"/>
              </a:ext>
            </a:extLst>
          </p:cNvPr>
          <p:cNvCxnSpPr>
            <a:cxnSpLocks/>
          </p:cNvCxnSpPr>
          <p:nvPr/>
        </p:nvCxnSpPr>
        <p:spPr>
          <a:xfrm flipV="1">
            <a:off x="4408714" y="239941"/>
            <a:ext cx="199862" cy="1026715"/>
          </a:xfrm>
          <a:prstGeom prst="straightConnector1">
            <a:avLst/>
          </a:prstGeom>
          <a:ln w="57150">
            <a:solidFill>
              <a:srgbClr val="367788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117C81-620D-EBA5-1F60-B298B74440D3}"/>
              </a:ext>
            </a:extLst>
          </p:cNvPr>
          <p:cNvCxnSpPr>
            <a:cxnSpLocks/>
          </p:cNvCxnSpPr>
          <p:nvPr/>
        </p:nvCxnSpPr>
        <p:spPr>
          <a:xfrm flipH="1" flipV="1">
            <a:off x="5641723" y="208294"/>
            <a:ext cx="1302682" cy="1475416"/>
          </a:xfrm>
          <a:prstGeom prst="straightConnector1">
            <a:avLst/>
          </a:prstGeom>
          <a:ln w="57150">
            <a:solidFill>
              <a:srgbClr val="367788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144218-DCD8-52C0-C636-EC7FFAEDDF9E}"/>
              </a:ext>
            </a:extLst>
          </p:cNvPr>
          <p:cNvCxnSpPr>
            <a:cxnSpLocks/>
          </p:cNvCxnSpPr>
          <p:nvPr/>
        </p:nvCxnSpPr>
        <p:spPr>
          <a:xfrm flipH="1" flipV="1">
            <a:off x="6468939" y="208294"/>
            <a:ext cx="1493105" cy="1923906"/>
          </a:xfrm>
          <a:prstGeom prst="straightConnector1">
            <a:avLst/>
          </a:prstGeom>
          <a:ln w="57150">
            <a:solidFill>
              <a:srgbClr val="367788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75A86E9-807F-0BE6-39F6-8A982C0CA456}"/>
              </a:ext>
            </a:extLst>
          </p:cNvPr>
          <p:cNvCxnSpPr>
            <a:cxnSpLocks/>
          </p:cNvCxnSpPr>
          <p:nvPr/>
        </p:nvCxnSpPr>
        <p:spPr>
          <a:xfrm flipH="1" flipV="1">
            <a:off x="6849156" y="222191"/>
            <a:ext cx="1646586" cy="2373255"/>
          </a:xfrm>
          <a:prstGeom prst="straightConnector1">
            <a:avLst/>
          </a:prstGeom>
          <a:ln w="57150">
            <a:solidFill>
              <a:srgbClr val="367788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7E5554-B643-656A-C74C-780D17C9328E}"/>
              </a:ext>
            </a:extLst>
          </p:cNvPr>
          <p:cNvCxnSpPr>
            <a:cxnSpLocks/>
          </p:cNvCxnSpPr>
          <p:nvPr/>
        </p:nvCxnSpPr>
        <p:spPr>
          <a:xfrm flipH="1" flipV="1">
            <a:off x="7324622" y="236088"/>
            <a:ext cx="1664714" cy="2875453"/>
          </a:xfrm>
          <a:prstGeom prst="straightConnector1">
            <a:avLst/>
          </a:prstGeom>
          <a:ln w="57150">
            <a:solidFill>
              <a:srgbClr val="367788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63F530AF-1029-BC42-A011-352432BBB3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700"/>
          <a:stretch/>
        </p:blipFill>
        <p:spPr>
          <a:xfrm>
            <a:off x="4933950" y="5353047"/>
            <a:ext cx="3522345" cy="11251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9CF310-74D0-F94F-B7A5-06BB70A34524}"/>
              </a:ext>
            </a:extLst>
          </p:cNvPr>
          <p:cNvSpPr txBox="1"/>
          <p:nvPr/>
        </p:nvSpPr>
        <p:spPr>
          <a:xfrm>
            <a:off x="4429340" y="6167576"/>
            <a:ext cx="2120761" cy="419457"/>
          </a:xfrm>
          <a:prstGeom prst="roundRect">
            <a:avLst>
              <a:gd name="adj" fmla="val 9390"/>
            </a:avLst>
          </a:prstGeom>
          <a:solidFill>
            <a:srgbClr val="C7DEF8"/>
          </a:solidFill>
          <a:ln>
            <a:solidFill>
              <a:srgbClr val="1E4C84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E4C84"/>
                </a:solidFill>
                <a:latin typeface="Avenir Next Condensed" panose="020B0506020202020204" pitchFamily="34" charset="0"/>
              </a:rPr>
              <a:t>Files: </a:t>
            </a:r>
            <a:r>
              <a:rPr lang="en-GB" sz="2000" dirty="0">
                <a:solidFill>
                  <a:srgbClr val="1E4C84"/>
                </a:solidFill>
                <a:latin typeface="Avenir Next Condensed" panose="020B0506020202020204" pitchFamily="34" charset="0"/>
              </a:rPr>
              <a:t>Browse folders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C705D4-52CA-15E3-F712-DB365850E196}"/>
              </a:ext>
            </a:extLst>
          </p:cNvPr>
          <p:cNvCxnSpPr>
            <a:cxnSpLocks/>
          </p:cNvCxnSpPr>
          <p:nvPr/>
        </p:nvCxnSpPr>
        <p:spPr>
          <a:xfrm flipH="1" flipV="1">
            <a:off x="944655" y="186292"/>
            <a:ext cx="97622" cy="1705212"/>
          </a:xfrm>
          <a:prstGeom prst="straightConnector1">
            <a:avLst/>
          </a:prstGeom>
          <a:ln w="57150">
            <a:solidFill>
              <a:srgbClr val="9E3B39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04F10BC-13A2-B74B-AE78-7EFBE75FF195}"/>
              </a:ext>
            </a:extLst>
          </p:cNvPr>
          <p:cNvSpPr txBox="1"/>
          <p:nvPr/>
        </p:nvSpPr>
        <p:spPr>
          <a:xfrm>
            <a:off x="233608" y="1820752"/>
            <a:ext cx="2396054" cy="442674"/>
          </a:xfrm>
          <a:prstGeom prst="roundRect">
            <a:avLst/>
          </a:prstGeom>
          <a:solidFill>
            <a:srgbClr val="FEEBDA"/>
          </a:solidFill>
          <a:ln>
            <a:solidFill>
              <a:srgbClr val="F39449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9D4B09"/>
                </a:solidFill>
                <a:latin typeface="Avenir Next Condensed" panose="020B0506020202020204" pitchFamily="34" charset="0"/>
              </a:rPr>
              <a:t>Source: </a:t>
            </a:r>
            <a:r>
              <a:rPr lang="en-GB" sz="2000" dirty="0">
                <a:solidFill>
                  <a:srgbClr val="9D4B09"/>
                </a:solidFill>
                <a:latin typeface="Avenir Next Condensed" panose="020B0506020202020204" pitchFamily="34" charset="0"/>
              </a:rPr>
              <a:t>Write R scripts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33E5AC-7FAE-DEF0-AD04-B2863F228E98}"/>
              </a:ext>
            </a:extLst>
          </p:cNvPr>
          <p:cNvSpPr txBox="1"/>
          <p:nvPr/>
        </p:nvSpPr>
        <p:spPr>
          <a:xfrm>
            <a:off x="4217905" y="1683710"/>
            <a:ext cx="3294492" cy="415588"/>
          </a:xfrm>
          <a:prstGeom prst="roundRect">
            <a:avLst>
              <a:gd name="adj" fmla="val 7695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History: </a:t>
            </a:r>
            <a:r>
              <a:rPr lang="en-GB" sz="20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View previously run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C3720E-9944-E2A3-5C36-0644E7B0A8F3}"/>
              </a:ext>
            </a:extLst>
          </p:cNvPr>
          <p:cNvSpPr txBox="1"/>
          <p:nvPr/>
        </p:nvSpPr>
        <p:spPr>
          <a:xfrm>
            <a:off x="4254743" y="2132201"/>
            <a:ext cx="3903889" cy="415588"/>
          </a:xfrm>
          <a:prstGeom prst="roundRect">
            <a:avLst>
              <a:gd name="adj" fmla="val 7695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Connections: </a:t>
            </a:r>
            <a:r>
              <a:rPr lang="en-GB" sz="20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Connect to online services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7D638D-29AC-B672-B6AF-DE85C95A16AD}"/>
              </a:ext>
            </a:extLst>
          </p:cNvPr>
          <p:cNvSpPr txBox="1"/>
          <p:nvPr/>
        </p:nvSpPr>
        <p:spPr>
          <a:xfrm>
            <a:off x="6695122" y="2580692"/>
            <a:ext cx="1943417" cy="415588"/>
          </a:xfrm>
          <a:prstGeom prst="roundRect">
            <a:avLst>
              <a:gd name="adj" fmla="val 7695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Git: </a:t>
            </a:r>
            <a:r>
              <a:rPr lang="en-GB" sz="20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Version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F4C218-7C52-1BB2-F440-D5FEFAD74493}"/>
              </a:ext>
            </a:extLst>
          </p:cNvPr>
          <p:cNvSpPr txBox="1"/>
          <p:nvPr/>
        </p:nvSpPr>
        <p:spPr>
          <a:xfrm>
            <a:off x="7100680" y="3029182"/>
            <a:ext cx="1946545" cy="415588"/>
          </a:xfrm>
          <a:prstGeom prst="roundRect">
            <a:avLst>
              <a:gd name="adj" fmla="val 7695"/>
            </a:avLst>
          </a:prstGeom>
          <a:solidFill>
            <a:srgbClr val="D6E8EE"/>
          </a:solidFill>
          <a:ln>
            <a:solidFill>
              <a:srgbClr val="367788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367788"/>
                </a:solidFill>
                <a:latin typeface="Avenir Next Condensed" panose="020B0506020202020204" pitchFamily="34" charset="0"/>
              </a:rPr>
              <a:t>Tutorial: </a:t>
            </a:r>
            <a:r>
              <a:rPr lang="en-GB" sz="2000" dirty="0">
                <a:solidFill>
                  <a:srgbClr val="367788"/>
                </a:solidFill>
                <a:latin typeface="Avenir Next Condensed" panose="020B0506020202020204" pitchFamily="34" charset="0"/>
              </a:rPr>
              <a:t>Tutorials!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C9CA67-8197-F730-A597-91CBC8B2EBEA}"/>
              </a:ext>
            </a:extLst>
          </p:cNvPr>
          <p:cNvSpPr txBox="1"/>
          <p:nvPr/>
        </p:nvSpPr>
        <p:spPr>
          <a:xfrm>
            <a:off x="366575" y="5172928"/>
            <a:ext cx="3537315" cy="415588"/>
          </a:xfrm>
          <a:prstGeom prst="roundRect">
            <a:avLst>
              <a:gd name="adj" fmla="val 6781"/>
            </a:avLst>
          </a:prstGeom>
          <a:solidFill>
            <a:srgbClr val="F6E2E2"/>
          </a:solidFill>
          <a:ln>
            <a:solidFill>
              <a:srgbClr val="9E3B39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9E3B39"/>
                </a:solidFill>
                <a:latin typeface="Avenir Next Condensed" panose="020B0506020202020204" pitchFamily="34" charset="0"/>
              </a:rPr>
              <a:t>Terminal: </a:t>
            </a:r>
            <a:r>
              <a:rPr lang="en-GB" sz="2000" dirty="0">
                <a:solidFill>
                  <a:srgbClr val="9E3B39"/>
                </a:solidFill>
                <a:latin typeface="Avenir Next Condensed" panose="020B0506020202020204" pitchFamily="34" charset="0"/>
              </a:rPr>
              <a:t>Text interface to computer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3ABC45-C5FD-4260-36F7-D8FD5BF8F339}"/>
              </a:ext>
            </a:extLst>
          </p:cNvPr>
          <p:cNvCxnSpPr>
            <a:cxnSpLocks/>
          </p:cNvCxnSpPr>
          <p:nvPr/>
        </p:nvCxnSpPr>
        <p:spPr>
          <a:xfrm flipV="1">
            <a:off x="1294369" y="3645145"/>
            <a:ext cx="137266" cy="1133684"/>
          </a:xfrm>
          <a:prstGeom prst="straightConnector1">
            <a:avLst/>
          </a:prstGeom>
          <a:ln w="57150">
            <a:solidFill>
              <a:srgbClr val="9E3B39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B7AF8F7-0E7A-AF01-8D2A-EB1D5D27D84A}"/>
              </a:ext>
            </a:extLst>
          </p:cNvPr>
          <p:cNvSpPr txBox="1"/>
          <p:nvPr/>
        </p:nvSpPr>
        <p:spPr>
          <a:xfrm>
            <a:off x="845524" y="4660100"/>
            <a:ext cx="3057247" cy="415588"/>
          </a:xfrm>
          <a:prstGeom prst="roundRect">
            <a:avLst>
              <a:gd name="adj" fmla="val 6781"/>
            </a:avLst>
          </a:prstGeom>
          <a:solidFill>
            <a:srgbClr val="F6E2E2"/>
          </a:solidFill>
          <a:ln>
            <a:solidFill>
              <a:srgbClr val="9E3B39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9E3B39"/>
                </a:solidFill>
                <a:latin typeface="Avenir Next Condensed" panose="020B0506020202020204" pitchFamily="34" charset="0"/>
              </a:rPr>
              <a:t>Jobs: </a:t>
            </a:r>
            <a:r>
              <a:rPr lang="en-GB" sz="2000" dirty="0">
                <a:solidFill>
                  <a:srgbClr val="9E3B39"/>
                </a:solidFill>
                <a:latin typeface="Avenir Next Condensed" panose="020B0506020202020204" pitchFamily="34" charset="0"/>
              </a:rPr>
              <a:t>Monitor background jobs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E9362-E63F-D4FD-4FFC-47EF56D0C80E}"/>
              </a:ext>
            </a:extLst>
          </p:cNvPr>
          <p:cNvCxnSpPr>
            <a:cxnSpLocks/>
          </p:cNvCxnSpPr>
          <p:nvPr/>
        </p:nvCxnSpPr>
        <p:spPr>
          <a:xfrm flipV="1">
            <a:off x="206829" y="3675060"/>
            <a:ext cx="159746" cy="2020430"/>
          </a:xfrm>
          <a:prstGeom prst="straightConnector1">
            <a:avLst/>
          </a:prstGeom>
          <a:ln w="57150">
            <a:solidFill>
              <a:srgbClr val="9E3B39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AEE85F-C1CD-71C7-56A0-976E2936AF47}"/>
              </a:ext>
            </a:extLst>
          </p:cNvPr>
          <p:cNvCxnSpPr>
            <a:cxnSpLocks/>
          </p:cNvCxnSpPr>
          <p:nvPr/>
        </p:nvCxnSpPr>
        <p:spPr>
          <a:xfrm flipV="1">
            <a:off x="4508645" y="3645145"/>
            <a:ext cx="208187" cy="2534361"/>
          </a:xfrm>
          <a:prstGeom prst="straightConnector1">
            <a:avLst/>
          </a:prstGeom>
          <a:ln w="57150">
            <a:solidFill>
              <a:srgbClr val="1E4C84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B2158F-43AD-84FD-47F6-3B969C18F902}"/>
              </a:ext>
            </a:extLst>
          </p:cNvPr>
          <p:cNvCxnSpPr>
            <a:cxnSpLocks/>
          </p:cNvCxnSpPr>
          <p:nvPr/>
        </p:nvCxnSpPr>
        <p:spPr>
          <a:xfrm flipV="1">
            <a:off x="4978301" y="3597770"/>
            <a:ext cx="190626" cy="2121315"/>
          </a:xfrm>
          <a:prstGeom prst="straightConnector1">
            <a:avLst/>
          </a:prstGeom>
          <a:ln w="57150">
            <a:solidFill>
              <a:srgbClr val="1E4C84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551F42-6505-1DF0-D1A1-30861D5EDB13}"/>
              </a:ext>
            </a:extLst>
          </p:cNvPr>
          <p:cNvCxnSpPr>
            <a:cxnSpLocks/>
          </p:cNvCxnSpPr>
          <p:nvPr/>
        </p:nvCxnSpPr>
        <p:spPr>
          <a:xfrm flipV="1">
            <a:off x="5498290" y="3597770"/>
            <a:ext cx="143433" cy="1698749"/>
          </a:xfrm>
          <a:prstGeom prst="straightConnector1">
            <a:avLst/>
          </a:prstGeom>
          <a:ln w="57150">
            <a:solidFill>
              <a:srgbClr val="1E4C84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245CCC-FD97-233B-DA30-1FD34FEA32A6}"/>
              </a:ext>
            </a:extLst>
          </p:cNvPr>
          <p:cNvCxnSpPr>
            <a:cxnSpLocks/>
          </p:cNvCxnSpPr>
          <p:nvPr/>
        </p:nvCxnSpPr>
        <p:spPr>
          <a:xfrm flipV="1">
            <a:off x="6029648" y="3597770"/>
            <a:ext cx="109928" cy="1192826"/>
          </a:xfrm>
          <a:prstGeom prst="straightConnector1">
            <a:avLst/>
          </a:prstGeom>
          <a:ln w="57150">
            <a:solidFill>
              <a:srgbClr val="1E4C84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5C98C3-FBE3-90D0-60D2-0D297EF9A75E}"/>
              </a:ext>
            </a:extLst>
          </p:cNvPr>
          <p:cNvCxnSpPr>
            <a:cxnSpLocks/>
          </p:cNvCxnSpPr>
          <p:nvPr/>
        </p:nvCxnSpPr>
        <p:spPr>
          <a:xfrm flipV="1">
            <a:off x="6468939" y="3579822"/>
            <a:ext cx="58638" cy="734690"/>
          </a:xfrm>
          <a:prstGeom prst="straightConnector1">
            <a:avLst/>
          </a:prstGeom>
          <a:ln w="57150">
            <a:solidFill>
              <a:srgbClr val="1E4C84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4ACC9B6-151E-80BE-7747-8C7B00E6FD17}"/>
              </a:ext>
            </a:extLst>
          </p:cNvPr>
          <p:cNvCxnSpPr>
            <a:cxnSpLocks/>
          </p:cNvCxnSpPr>
          <p:nvPr/>
        </p:nvCxnSpPr>
        <p:spPr>
          <a:xfrm flipV="1">
            <a:off x="687705" y="3635746"/>
            <a:ext cx="157819" cy="1557698"/>
          </a:xfrm>
          <a:prstGeom prst="straightConnector1">
            <a:avLst/>
          </a:prstGeom>
          <a:ln w="57150">
            <a:solidFill>
              <a:srgbClr val="9E3B39"/>
            </a:solidFill>
            <a:headEnd w="lg" len="lg"/>
            <a:tailEnd type="triangle"/>
          </a:ln>
          <a:effectLst>
            <a:outerShdw blurRad="50800" dist="50800" dir="5400000" algn="ctr" rotWithShape="0">
              <a:schemeClr val="bg1">
                <a:alpha val="91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79B61F2-2173-260F-FD89-64540F53EBAB}"/>
              </a:ext>
            </a:extLst>
          </p:cNvPr>
          <p:cNvSpPr txBox="1"/>
          <p:nvPr/>
        </p:nvSpPr>
        <p:spPr>
          <a:xfrm>
            <a:off x="4659694" y="5703521"/>
            <a:ext cx="2579552" cy="419457"/>
          </a:xfrm>
          <a:prstGeom prst="roundRect">
            <a:avLst>
              <a:gd name="adj" fmla="val 9390"/>
            </a:avLst>
          </a:prstGeom>
          <a:solidFill>
            <a:srgbClr val="C7DEF8"/>
          </a:solidFill>
          <a:ln>
            <a:solidFill>
              <a:srgbClr val="1E4C84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E4C84"/>
                </a:solidFill>
                <a:latin typeface="Avenir Next Condensed" panose="020B0506020202020204" pitchFamily="34" charset="0"/>
              </a:rPr>
              <a:t>Plots: </a:t>
            </a:r>
            <a:r>
              <a:rPr lang="en-GB" sz="2000" dirty="0">
                <a:solidFill>
                  <a:srgbClr val="1E4C84"/>
                </a:solidFill>
                <a:latin typeface="Avenir Next Condensed" panose="020B0506020202020204" pitchFamily="34" charset="0"/>
              </a:rPr>
              <a:t>View output figures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80EA4D-89C7-4260-B884-CA21DC721EC3}"/>
              </a:ext>
            </a:extLst>
          </p:cNvPr>
          <p:cNvSpPr txBox="1"/>
          <p:nvPr/>
        </p:nvSpPr>
        <p:spPr>
          <a:xfrm>
            <a:off x="5150530" y="5227536"/>
            <a:ext cx="3413499" cy="419457"/>
          </a:xfrm>
          <a:prstGeom prst="roundRect">
            <a:avLst>
              <a:gd name="adj" fmla="val 9390"/>
            </a:avLst>
          </a:prstGeom>
          <a:solidFill>
            <a:srgbClr val="C7DEF8"/>
          </a:solidFill>
          <a:ln>
            <a:solidFill>
              <a:srgbClr val="1E4C84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E4C84"/>
                </a:solidFill>
                <a:latin typeface="Avenir Next Condensed" panose="020B0506020202020204" pitchFamily="34" charset="0"/>
              </a:rPr>
              <a:t>Packages: </a:t>
            </a:r>
            <a:r>
              <a:rPr lang="en-GB" sz="2000" dirty="0">
                <a:solidFill>
                  <a:srgbClr val="1E4C84"/>
                </a:solidFill>
                <a:latin typeface="Avenir Next Condensed" panose="020B0506020202020204" pitchFamily="34" charset="0"/>
              </a:rPr>
              <a:t>Install and load libraries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D6AC49-4A76-27F6-05B1-6F1C40C6E5B0}"/>
              </a:ext>
            </a:extLst>
          </p:cNvPr>
          <p:cNvSpPr txBox="1"/>
          <p:nvPr/>
        </p:nvSpPr>
        <p:spPr>
          <a:xfrm>
            <a:off x="5812027" y="4751551"/>
            <a:ext cx="2755883" cy="419457"/>
          </a:xfrm>
          <a:prstGeom prst="roundRect">
            <a:avLst>
              <a:gd name="adj" fmla="val 9390"/>
            </a:avLst>
          </a:prstGeom>
          <a:solidFill>
            <a:srgbClr val="C7DEF8"/>
          </a:solidFill>
          <a:ln>
            <a:solidFill>
              <a:srgbClr val="1E4C84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E4C84"/>
                </a:solidFill>
                <a:latin typeface="Avenir Next Condensed" panose="020B0506020202020204" pitchFamily="34" charset="0"/>
              </a:rPr>
              <a:t>Help: </a:t>
            </a:r>
            <a:r>
              <a:rPr lang="en-GB" sz="2000" dirty="0">
                <a:solidFill>
                  <a:srgbClr val="1E4C84"/>
                </a:solidFill>
                <a:latin typeface="Avenir Next Condensed" panose="020B0506020202020204" pitchFamily="34" charset="0"/>
              </a:rPr>
              <a:t>View documentation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44473C-569E-ED09-61A9-58752328F4F0}"/>
              </a:ext>
            </a:extLst>
          </p:cNvPr>
          <p:cNvSpPr txBox="1"/>
          <p:nvPr/>
        </p:nvSpPr>
        <p:spPr>
          <a:xfrm>
            <a:off x="6081250" y="4264410"/>
            <a:ext cx="3020892" cy="419457"/>
          </a:xfrm>
          <a:prstGeom prst="roundRect">
            <a:avLst>
              <a:gd name="adj" fmla="val 9390"/>
            </a:avLst>
          </a:prstGeom>
          <a:solidFill>
            <a:srgbClr val="C7DEF8"/>
          </a:solidFill>
          <a:ln>
            <a:solidFill>
              <a:srgbClr val="1E4C84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1E4C84"/>
                </a:solidFill>
                <a:latin typeface="Avenir Next Condensed" panose="020B0506020202020204" pitchFamily="34" charset="0"/>
              </a:rPr>
              <a:t>Viewer: </a:t>
            </a:r>
            <a:r>
              <a:rPr lang="en-GB" sz="2000" dirty="0">
                <a:solidFill>
                  <a:srgbClr val="1E4C84"/>
                </a:solidFill>
                <a:latin typeface="Avenir Next Condensed" panose="020B0506020202020204" pitchFamily="34" charset="0"/>
              </a:rPr>
              <a:t>Preview HTML outputs</a:t>
            </a:r>
          </a:p>
        </p:txBody>
      </p:sp>
    </p:spTree>
    <p:extLst>
      <p:ext uri="{BB962C8B-B14F-4D97-AF65-F5344CB8AC3E}">
        <p14:creationId xmlns:p14="http://schemas.microsoft.com/office/powerpoint/2010/main" val="136239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808E46B-0780-D677-407B-8A802CF0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74" y="325190"/>
            <a:ext cx="11275128" cy="610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29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810814-080B-F07C-8FB0-52BAB88182DD}"/>
              </a:ext>
            </a:extLst>
          </p:cNvPr>
          <p:cNvSpPr txBox="1"/>
          <p:nvPr/>
        </p:nvSpPr>
        <p:spPr>
          <a:xfrm>
            <a:off x="993749" y="590893"/>
            <a:ext cx="3021263" cy="2186051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Editor</a:t>
            </a:r>
          </a:p>
          <a:p>
            <a:r>
              <a:rPr lang="en-CH" sz="800" dirty="0">
                <a:solidFill>
                  <a:srgbClr val="4C8F98"/>
                </a:solidFill>
              </a:rPr>
              <a:t>Type and save code as scripts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C5825-DFD4-ED91-DDD7-94FF02030EDB}"/>
              </a:ext>
            </a:extLst>
          </p:cNvPr>
          <p:cNvSpPr txBox="1"/>
          <p:nvPr/>
        </p:nvSpPr>
        <p:spPr>
          <a:xfrm>
            <a:off x="4069538" y="590894"/>
            <a:ext cx="3853931" cy="1928096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Console</a:t>
            </a:r>
          </a:p>
          <a:p>
            <a:r>
              <a:rPr lang="en-CH" sz="800" dirty="0">
                <a:solidFill>
                  <a:srgbClr val="4C8F98"/>
                </a:solidFill>
              </a:rPr>
              <a:t>Run code</a:t>
            </a: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574D224-7E33-705F-341C-B4521EA79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43" r="57563" b="45341"/>
          <a:stretch/>
        </p:blipFill>
        <p:spPr>
          <a:xfrm>
            <a:off x="1056228" y="973471"/>
            <a:ext cx="2932069" cy="17804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9902F0-00B5-A723-66B0-F692C1330758}"/>
              </a:ext>
            </a:extLst>
          </p:cNvPr>
          <p:cNvCxnSpPr>
            <a:cxnSpLocks/>
          </p:cNvCxnSpPr>
          <p:nvPr/>
        </p:nvCxnSpPr>
        <p:spPr>
          <a:xfrm>
            <a:off x="2385354" y="3590534"/>
            <a:ext cx="509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6C1727-6D21-C0D2-AE04-8A790783D066}"/>
              </a:ext>
            </a:extLst>
          </p:cNvPr>
          <p:cNvSpPr txBox="1"/>
          <p:nvPr/>
        </p:nvSpPr>
        <p:spPr>
          <a:xfrm>
            <a:off x="993748" y="3066059"/>
            <a:ext cx="2287722" cy="1397664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Environment</a:t>
            </a:r>
          </a:p>
          <a:p>
            <a:r>
              <a:rPr lang="en-CH" sz="800" dirty="0">
                <a:solidFill>
                  <a:srgbClr val="4C8F98"/>
                </a:solidFill>
              </a:rPr>
              <a:t>View datasets &amp; other objects in workspace</a:t>
            </a: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700" dirty="0">
              <a:solidFill>
                <a:srgbClr val="4C8F98"/>
              </a:solidFill>
            </a:endParaRPr>
          </a:p>
          <a:p>
            <a:endParaRPr lang="en-CH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90DEA-993D-088F-61C0-3FC265DEFC35}"/>
              </a:ext>
            </a:extLst>
          </p:cNvPr>
          <p:cNvSpPr txBox="1"/>
          <p:nvPr/>
        </p:nvSpPr>
        <p:spPr>
          <a:xfrm>
            <a:off x="3366353" y="3061942"/>
            <a:ext cx="2356924" cy="1397664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History</a:t>
            </a:r>
          </a:p>
          <a:p>
            <a:r>
              <a:rPr lang="en-CH" sz="800" dirty="0">
                <a:solidFill>
                  <a:srgbClr val="4C8F98"/>
                </a:solidFill>
              </a:rPr>
              <a:t>View and search through previous commands</a:t>
            </a: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700" dirty="0">
              <a:solidFill>
                <a:srgbClr val="4C8F98"/>
              </a:solidFill>
            </a:endParaRPr>
          </a:p>
          <a:p>
            <a:endParaRPr lang="en-CH" sz="1100" b="1" dirty="0"/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043D211A-B4C6-33C3-A0FE-D81147A808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367"/>
          <a:stretch/>
        </p:blipFill>
        <p:spPr>
          <a:xfrm>
            <a:off x="1115668" y="3491403"/>
            <a:ext cx="1990838" cy="850939"/>
          </a:xfrm>
          <a:prstGeom prst="rect">
            <a:avLst/>
          </a:prstGeom>
        </p:spPr>
      </p:pic>
      <p:pic>
        <p:nvPicPr>
          <p:cNvPr id="11" name="Picture 10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7702DD2E-FD2B-503C-901F-9025EAE333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496" b="10283"/>
          <a:stretch/>
        </p:blipFill>
        <p:spPr>
          <a:xfrm>
            <a:off x="3540839" y="3487286"/>
            <a:ext cx="1913455" cy="8577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F5B7FD-47EA-8C7C-ACB9-849C9CD3B361}"/>
              </a:ext>
            </a:extLst>
          </p:cNvPr>
          <p:cNvSpPr txBox="1"/>
          <p:nvPr/>
        </p:nvSpPr>
        <p:spPr>
          <a:xfrm>
            <a:off x="5810243" y="3061942"/>
            <a:ext cx="2160000" cy="1397664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Files</a:t>
            </a:r>
          </a:p>
          <a:p>
            <a:r>
              <a:rPr lang="en-CH" sz="800" dirty="0">
                <a:solidFill>
                  <a:srgbClr val="4C8F98"/>
                </a:solidFill>
              </a:rPr>
              <a:t>Interact with the computer’s fie system</a:t>
            </a: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1100" b="1" dirty="0"/>
          </a:p>
        </p:txBody>
      </p:sp>
      <p:pic>
        <p:nvPicPr>
          <p:cNvPr id="13" name="Picture 1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2F630B8-966B-2D9D-B1D9-0EDB33946C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505"/>
          <a:stretch/>
        </p:blipFill>
        <p:spPr>
          <a:xfrm>
            <a:off x="5993652" y="3446160"/>
            <a:ext cx="1845027" cy="892065"/>
          </a:xfrm>
          <a:prstGeom prst="rect">
            <a:avLst/>
          </a:prstGeom>
        </p:spPr>
      </p:pic>
      <p:pic>
        <p:nvPicPr>
          <p:cNvPr id="14" name="Picture 1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2FC7405-EF3B-E508-5A7A-374385CD85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89" t="12443" b="51064"/>
          <a:stretch/>
        </p:blipFill>
        <p:spPr>
          <a:xfrm>
            <a:off x="3987979" y="976732"/>
            <a:ext cx="3952829" cy="1539114"/>
          </a:xfrm>
          <a:prstGeom prst="rect">
            <a:avLst/>
          </a:prstGeom>
        </p:spPr>
      </p:pic>
      <p:pic>
        <p:nvPicPr>
          <p:cNvPr id="15" name="Picture 1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61F9EFF-BD22-3F70-8BBF-EF73C7387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89" t="48781" b="44592"/>
          <a:stretch/>
        </p:blipFill>
        <p:spPr>
          <a:xfrm>
            <a:off x="3986347" y="2502407"/>
            <a:ext cx="3952829" cy="27948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D3F618-21DF-22FA-FF06-2F3D0149AF7C}"/>
              </a:ext>
            </a:extLst>
          </p:cNvPr>
          <p:cNvCxnSpPr>
            <a:cxnSpLocks/>
          </p:cNvCxnSpPr>
          <p:nvPr/>
        </p:nvCxnSpPr>
        <p:spPr>
          <a:xfrm>
            <a:off x="4077581" y="2571634"/>
            <a:ext cx="0" cy="210255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64FDE6-DCAA-D7EB-DA0C-CE288A866471}"/>
              </a:ext>
            </a:extLst>
          </p:cNvPr>
          <p:cNvCxnSpPr>
            <a:cxnSpLocks/>
          </p:cNvCxnSpPr>
          <p:nvPr/>
        </p:nvCxnSpPr>
        <p:spPr>
          <a:xfrm flipH="1">
            <a:off x="992116" y="2781889"/>
            <a:ext cx="3092785" cy="279227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516E96-288F-8FCB-C9A4-A04CBCD250BD}"/>
              </a:ext>
            </a:extLst>
          </p:cNvPr>
          <p:cNvCxnSpPr>
            <a:cxnSpLocks/>
          </p:cNvCxnSpPr>
          <p:nvPr/>
        </p:nvCxnSpPr>
        <p:spPr>
          <a:xfrm>
            <a:off x="4080756" y="2577984"/>
            <a:ext cx="2649425" cy="0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83F4C4-9FD4-0D09-67D2-02EB5A864D80}"/>
              </a:ext>
            </a:extLst>
          </p:cNvPr>
          <p:cNvCxnSpPr>
            <a:cxnSpLocks/>
          </p:cNvCxnSpPr>
          <p:nvPr/>
        </p:nvCxnSpPr>
        <p:spPr>
          <a:xfrm>
            <a:off x="6730181" y="2571634"/>
            <a:ext cx="0" cy="210255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E7F9EBA-D2A7-EAB0-B55D-4C180D84787C}"/>
              </a:ext>
            </a:extLst>
          </p:cNvPr>
          <p:cNvCxnSpPr>
            <a:cxnSpLocks/>
          </p:cNvCxnSpPr>
          <p:nvPr/>
        </p:nvCxnSpPr>
        <p:spPr>
          <a:xfrm flipH="1" flipV="1">
            <a:off x="6731150" y="2776945"/>
            <a:ext cx="1235918" cy="284171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B4B9F0-A5C8-16E6-8421-B1BC606C9E0F}"/>
              </a:ext>
            </a:extLst>
          </p:cNvPr>
          <p:cNvSpPr txBox="1"/>
          <p:nvPr/>
        </p:nvSpPr>
        <p:spPr>
          <a:xfrm>
            <a:off x="992116" y="4558737"/>
            <a:ext cx="2287722" cy="1529430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Plots</a:t>
            </a:r>
          </a:p>
          <a:p>
            <a:r>
              <a:rPr lang="en-CH" sz="800" dirty="0">
                <a:solidFill>
                  <a:srgbClr val="4C8F98"/>
                </a:solidFill>
              </a:rPr>
              <a:t>View and export plots created with R</a:t>
            </a: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700" dirty="0">
              <a:solidFill>
                <a:srgbClr val="4C8F98"/>
              </a:solidFill>
            </a:endParaRPr>
          </a:p>
          <a:p>
            <a:endParaRPr lang="en-CH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5CC37D-75B4-42D3-E69F-F5C96A02067E}"/>
              </a:ext>
            </a:extLst>
          </p:cNvPr>
          <p:cNvSpPr txBox="1"/>
          <p:nvPr/>
        </p:nvSpPr>
        <p:spPr>
          <a:xfrm>
            <a:off x="3353705" y="4558737"/>
            <a:ext cx="2369572" cy="1529344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Packages</a:t>
            </a:r>
          </a:p>
          <a:p>
            <a:r>
              <a:rPr lang="en-CH" sz="800" dirty="0">
                <a:solidFill>
                  <a:srgbClr val="4C8F98"/>
                </a:solidFill>
              </a:rPr>
              <a:t>Install and load packages</a:t>
            </a: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700" dirty="0">
              <a:solidFill>
                <a:srgbClr val="4C8F98"/>
              </a:solidFill>
            </a:endParaRPr>
          </a:p>
          <a:p>
            <a:endParaRPr lang="en-CH" sz="11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7C743A-10F8-F417-75B8-881FCBCD98D8}"/>
              </a:ext>
            </a:extLst>
          </p:cNvPr>
          <p:cNvSpPr txBox="1"/>
          <p:nvPr/>
        </p:nvSpPr>
        <p:spPr>
          <a:xfrm>
            <a:off x="5797144" y="4564895"/>
            <a:ext cx="2173099" cy="1523186"/>
          </a:xfrm>
          <a:prstGeom prst="rect">
            <a:avLst/>
          </a:prstGeom>
          <a:solidFill>
            <a:srgbClr val="EDF6F7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r>
              <a:rPr lang="en-CH" sz="1100" b="1" dirty="0">
                <a:solidFill>
                  <a:srgbClr val="4C8F98"/>
                </a:solidFill>
              </a:rPr>
              <a:t>Help</a:t>
            </a:r>
          </a:p>
          <a:p>
            <a:r>
              <a:rPr lang="en-CH" sz="800" dirty="0">
                <a:solidFill>
                  <a:srgbClr val="4C8F98"/>
                </a:solidFill>
              </a:rPr>
              <a:t>Consult R documentation</a:t>
            </a: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800" dirty="0">
              <a:solidFill>
                <a:srgbClr val="4C8F98"/>
              </a:solidFill>
            </a:endParaRPr>
          </a:p>
          <a:p>
            <a:endParaRPr lang="en-CH" sz="700" dirty="0">
              <a:solidFill>
                <a:srgbClr val="4C8F98"/>
              </a:solidFill>
            </a:endParaRPr>
          </a:p>
          <a:p>
            <a:endParaRPr lang="en-CH" sz="1100" b="1" dirty="0"/>
          </a:p>
        </p:txBody>
      </p:sp>
      <p:pic>
        <p:nvPicPr>
          <p:cNvPr id="24" name="Picture 23" descr="Chart&#10;&#10;Description automatically generated">
            <a:extLst>
              <a:ext uri="{FF2B5EF4-FFF2-40B4-BE49-F238E27FC236}">
                <a16:creationId xmlns:a16="http://schemas.microsoft.com/office/drawing/2014/main" id="{48E80CA0-8EAD-4658-2268-C9F91D86B57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9291"/>
          <a:stretch/>
        </p:blipFill>
        <p:spPr>
          <a:xfrm>
            <a:off x="1056227" y="4969771"/>
            <a:ext cx="2045059" cy="983701"/>
          </a:xfrm>
          <a:prstGeom prst="rect">
            <a:avLst/>
          </a:prstGeom>
        </p:spPr>
      </p:pic>
      <p:pic>
        <p:nvPicPr>
          <p:cNvPr id="25" name="Picture 2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7C6AFAB-B042-5210-1E78-CFEAF03B43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9669" y="4972671"/>
            <a:ext cx="2137643" cy="980801"/>
          </a:xfrm>
          <a:prstGeom prst="rect">
            <a:avLst/>
          </a:prstGeom>
        </p:spPr>
      </p:pic>
      <p:pic>
        <p:nvPicPr>
          <p:cNvPr id="26" name="Picture 2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771AC7F-8E89-456F-ABEA-405DF84C71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8276" y="4976659"/>
            <a:ext cx="1990833" cy="1010273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F2B52CC-3340-FA3E-D640-3DF28F0FCED5}"/>
              </a:ext>
            </a:extLst>
          </p:cNvPr>
          <p:cNvCxnSpPr>
            <a:cxnSpLocks/>
          </p:cNvCxnSpPr>
          <p:nvPr/>
        </p:nvCxnSpPr>
        <p:spPr>
          <a:xfrm flipH="1" flipV="1">
            <a:off x="1005507" y="3061116"/>
            <a:ext cx="0" cy="3026965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D24493-A20C-1B44-36F6-EEFA03BCE386}"/>
              </a:ext>
            </a:extLst>
          </p:cNvPr>
          <p:cNvCxnSpPr>
            <a:cxnSpLocks/>
          </p:cNvCxnSpPr>
          <p:nvPr/>
        </p:nvCxnSpPr>
        <p:spPr>
          <a:xfrm flipH="1">
            <a:off x="1005507" y="6088081"/>
            <a:ext cx="6959600" cy="0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B9F0E2F-AF79-532D-902E-3F5B507864C1}"/>
              </a:ext>
            </a:extLst>
          </p:cNvPr>
          <p:cNvCxnSpPr>
            <a:cxnSpLocks/>
          </p:cNvCxnSpPr>
          <p:nvPr/>
        </p:nvCxnSpPr>
        <p:spPr>
          <a:xfrm flipH="1" flipV="1">
            <a:off x="7965107" y="3061116"/>
            <a:ext cx="0" cy="3026965"/>
          </a:xfrm>
          <a:prstGeom prst="line">
            <a:avLst/>
          </a:prstGeom>
          <a:ln w="19050">
            <a:solidFill>
              <a:srgbClr val="6AA2AA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88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E5D1A27-5D18-5344-7EE4-D19748F2D1C7}"/>
              </a:ext>
            </a:extLst>
          </p:cNvPr>
          <p:cNvSpPr/>
          <p:nvPr/>
        </p:nvSpPr>
        <p:spPr>
          <a:xfrm>
            <a:off x="2649459" y="842446"/>
            <a:ext cx="2803385" cy="510778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7971BE3-6D40-4BF6-3F68-6B5C6EF8AA42}"/>
              </a:ext>
            </a:extLst>
          </p:cNvPr>
          <p:cNvSpPr/>
          <p:nvPr/>
        </p:nvSpPr>
        <p:spPr>
          <a:xfrm>
            <a:off x="2649459" y="1440799"/>
            <a:ext cx="2803385" cy="2980199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E55D264-B2B0-AD05-96FB-2C40DE98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205" y="2748067"/>
            <a:ext cx="1799772" cy="15167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DFF8FE-E827-DE67-983F-DE2F915C47C8}"/>
              </a:ext>
            </a:extLst>
          </p:cNvPr>
          <p:cNvSpPr/>
          <p:nvPr/>
        </p:nvSpPr>
        <p:spPr>
          <a:xfrm>
            <a:off x="3414318" y="3653633"/>
            <a:ext cx="1071033" cy="3441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CH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y_obj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04212-E635-BD00-B3E0-A9BD516F3514}"/>
              </a:ext>
            </a:extLst>
          </p:cNvPr>
          <p:cNvSpPr txBox="1"/>
          <p:nvPr/>
        </p:nvSpPr>
        <p:spPr>
          <a:xfrm>
            <a:off x="4789254" y="206066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AD037B56-7746-B3FA-B371-7BF5F3EFC23A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rot="10800000" flipV="1">
            <a:off x="3948092" y="2291501"/>
            <a:ext cx="841163" cy="456566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07D0F3-F05F-EF5F-B1F9-EC1740F60527}"/>
              </a:ext>
            </a:extLst>
          </p:cNvPr>
          <p:cNvSpPr txBox="1"/>
          <p:nvPr/>
        </p:nvSpPr>
        <p:spPr>
          <a:xfrm>
            <a:off x="2818701" y="879613"/>
            <a:ext cx="246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CH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y_obj &lt;- 20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E38AC-D69F-660E-BC16-89BFDD29FF3C}"/>
              </a:ext>
            </a:extLst>
          </p:cNvPr>
          <p:cNvSpPr txBox="1"/>
          <p:nvPr/>
        </p:nvSpPr>
        <p:spPr>
          <a:xfrm>
            <a:off x="2747048" y="1443551"/>
            <a:ext cx="2560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Put the number 20 inside an object called `my_obj` </a:t>
            </a:r>
          </a:p>
        </p:txBody>
      </p:sp>
    </p:spTree>
    <p:extLst>
      <p:ext uri="{BB962C8B-B14F-4D97-AF65-F5344CB8AC3E}">
        <p14:creationId xmlns:p14="http://schemas.microsoft.com/office/powerpoint/2010/main" val="28866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E5D1A27-5D18-5344-7EE4-D19748F2D1C7}"/>
              </a:ext>
            </a:extLst>
          </p:cNvPr>
          <p:cNvSpPr/>
          <p:nvPr/>
        </p:nvSpPr>
        <p:spPr>
          <a:xfrm>
            <a:off x="1574801" y="842446"/>
            <a:ext cx="4644570" cy="510778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7971BE3-6D40-4BF6-3F68-6B5C6EF8AA42}"/>
              </a:ext>
            </a:extLst>
          </p:cNvPr>
          <p:cNvSpPr/>
          <p:nvPr/>
        </p:nvSpPr>
        <p:spPr>
          <a:xfrm>
            <a:off x="1574800" y="1440799"/>
            <a:ext cx="4644569" cy="2980199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E55D264-B2B0-AD05-96FB-2C40DE986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205" y="2748067"/>
            <a:ext cx="1799772" cy="15167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DFF8FE-E827-DE67-983F-DE2F915C47C8}"/>
              </a:ext>
            </a:extLst>
          </p:cNvPr>
          <p:cNvSpPr/>
          <p:nvPr/>
        </p:nvSpPr>
        <p:spPr>
          <a:xfrm>
            <a:off x="3363723" y="3641521"/>
            <a:ext cx="1168736" cy="3441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first_name</a:t>
            </a:r>
            <a:endParaRPr lang="en-CH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04212-E635-BD00-B3E0-A9BD516F3514}"/>
              </a:ext>
            </a:extLst>
          </p:cNvPr>
          <p:cNvSpPr txBox="1"/>
          <p:nvPr/>
        </p:nvSpPr>
        <p:spPr>
          <a:xfrm>
            <a:off x="4789254" y="2060668"/>
            <a:ext cx="1343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“Joanna”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AD037B56-7746-B3FA-B371-7BF5F3EFC23A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rot="10800000" flipV="1">
            <a:off x="3948092" y="2291501"/>
            <a:ext cx="841163" cy="456566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07D0F3-F05F-EF5F-B1F9-EC1740F60527}"/>
              </a:ext>
            </a:extLst>
          </p:cNvPr>
          <p:cNvSpPr txBox="1"/>
          <p:nvPr/>
        </p:nvSpPr>
        <p:spPr>
          <a:xfrm>
            <a:off x="1749176" y="858339"/>
            <a:ext cx="439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first_name &lt;- “Joanna”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E38AC-D69F-660E-BC16-89BFDD29FF3C}"/>
              </a:ext>
            </a:extLst>
          </p:cNvPr>
          <p:cNvSpPr txBox="1"/>
          <p:nvPr/>
        </p:nvSpPr>
        <p:spPr>
          <a:xfrm>
            <a:off x="1683657" y="1443551"/>
            <a:ext cx="4397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Put the value “Joanna” inside an object called `first_name` </a:t>
            </a:r>
          </a:p>
        </p:txBody>
      </p:sp>
    </p:spTree>
    <p:extLst>
      <p:ext uri="{BB962C8B-B14F-4D97-AF65-F5344CB8AC3E}">
        <p14:creationId xmlns:p14="http://schemas.microsoft.com/office/powerpoint/2010/main" val="1425847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E5D1A27-5D18-5344-7EE4-D19748F2D1C7}"/>
              </a:ext>
            </a:extLst>
          </p:cNvPr>
          <p:cNvSpPr/>
          <p:nvPr/>
        </p:nvSpPr>
        <p:spPr>
          <a:xfrm>
            <a:off x="1574801" y="842446"/>
            <a:ext cx="4644570" cy="510778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7971BE3-6D40-4BF6-3F68-6B5C6EF8AA42}"/>
              </a:ext>
            </a:extLst>
          </p:cNvPr>
          <p:cNvSpPr/>
          <p:nvPr/>
        </p:nvSpPr>
        <p:spPr>
          <a:xfrm>
            <a:off x="1574800" y="1440799"/>
            <a:ext cx="4644569" cy="2980199"/>
          </a:xfrm>
          <a:prstGeom prst="roundRect">
            <a:avLst>
              <a:gd name="adj" fmla="val 0"/>
            </a:avLst>
          </a:prstGeom>
          <a:solidFill>
            <a:srgbClr val="1E4C84">
              <a:alpha val="14000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E55D264-B2B0-AD05-96FB-2C40DE986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63" y="2792443"/>
            <a:ext cx="1799772" cy="15167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DFF8FE-E827-DE67-983F-DE2F915C47C8}"/>
              </a:ext>
            </a:extLst>
          </p:cNvPr>
          <p:cNvSpPr/>
          <p:nvPr/>
        </p:nvSpPr>
        <p:spPr>
          <a:xfrm>
            <a:off x="2081481" y="3685897"/>
            <a:ext cx="1168736" cy="3441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CH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y_obj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04212-E635-BD00-B3E0-A9BD516F3514}"/>
              </a:ext>
            </a:extLst>
          </p:cNvPr>
          <p:cNvSpPr txBox="1"/>
          <p:nvPr/>
        </p:nvSpPr>
        <p:spPr>
          <a:xfrm>
            <a:off x="3507012" y="210504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AD037B56-7746-B3FA-B371-7BF5F3EFC23A}"/>
              </a:ext>
            </a:extLst>
          </p:cNvPr>
          <p:cNvCxnSpPr>
            <a:cxnSpLocks/>
            <a:stCxn id="7" idx="1"/>
            <a:endCxn id="5" idx="0"/>
          </p:cNvCxnSpPr>
          <p:nvPr/>
        </p:nvCxnSpPr>
        <p:spPr>
          <a:xfrm rot="10800000" flipV="1">
            <a:off x="2665850" y="2335877"/>
            <a:ext cx="841163" cy="456566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07D0F3-F05F-EF5F-B1F9-EC1740F60527}"/>
              </a:ext>
            </a:extLst>
          </p:cNvPr>
          <p:cNvSpPr txBox="1"/>
          <p:nvPr/>
        </p:nvSpPr>
        <p:spPr>
          <a:xfrm>
            <a:off x="2272591" y="876952"/>
            <a:ext cx="439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CH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y_obj &lt;- 2 + 2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E38AC-D69F-660E-BC16-89BFDD29FF3C}"/>
              </a:ext>
            </a:extLst>
          </p:cNvPr>
          <p:cNvSpPr txBox="1"/>
          <p:nvPr/>
        </p:nvSpPr>
        <p:spPr>
          <a:xfrm>
            <a:off x="1683657" y="1443551"/>
            <a:ext cx="4397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Evaluate `2 + 2` then store the result inside an object called `my_obj` </a:t>
            </a: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B3889042-3754-1B1C-CB31-F53ECDE6E3A5}"/>
              </a:ext>
            </a:extLst>
          </p:cNvPr>
          <p:cNvSpPr/>
          <p:nvPr/>
        </p:nvSpPr>
        <p:spPr>
          <a:xfrm>
            <a:off x="3897084" y="2124866"/>
            <a:ext cx="876562" cy="416921"/>
          </a:xfrm>
          <a:prstGeom prst="leftArrow">
            <a:avLst>
              <a:gd name="adj1" fmla="val 38264"/>
              <a:gd name="adj2" fmla="val 511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BD942-8DF5-8358-928A-025240BDF460}"/>
              </a:ext>
            </a:extLst>
          </p:cNvPr>
          <p:cNvSpPr txBox="1"/>
          <p:nvPr/>
        </p:nvSpPr>
        <p:spPr>
          <a:xfrm>
            <a:off x="4823560" y="2094365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+ 2</a:t>
            </a:r>
          </a:p>
        </p:txBody>
      </p:sp>
    </p:spTree>
    <p:extLst>
      <p:ext uri="{BB962C8B-B14F-4D97-AF65-F5344CB8AC3E}">
        <p14:creationId xmlns:p14="http://schemas.microsoft.com/office/powerpoint/2010/main" val="9749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E55D264-B2B0-AD05-96FB-2C40DE98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57" y="2924628"/>
            <a:ext cx="1799772" cy="15167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DFF8FE-E827-DE67-983F-DE2F915C47C8}"/>
              </a:ext>
            </a:extLst>
          </p:cNvPr>
          <p:cNvSpPr/>
          <p:nvPr/>
        </p:nvSpPr>
        <p:spPr>
          <a:xfrm>
            <a:off x="776515" y="3912680"/>
            <a:ext cx="1124856" cy="268513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CH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y_obj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04212-E635-BD00-B3E0-A9BD516F3514}"/>
              </a:ext>
            </a:extLst>
          </p:cNvPr>
          <p:cNvSpPr txBox="1"/>
          <p:nvPr/>
        </p:nvSpPr>
        <p:spPr>
          <a:xfrm>
            <a:off x="1943340" y="220759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AD037B56-7746-B3FA-B371-7BF5F3EFC23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31686" y="2498468"/>
            <a:ext cx="611654" cy="625193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2791E0F9-D7EC-1BFA-0955-E6C16A774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484" y="2924628"/>
            <a:ext cx="1799772" cy="151674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15673D0-7856-3A77-C18C-F4678E27C5D2}"/>
              </a:ext>
            </a:extLst>
          </p:cNvPr>
          <p:cNvSpPr/>
          <p:nvPr/>
        </p:nvSpPr>
        <p:spPr>
          <a:xfrm>
            <a:off x="3180685" y="3947887"/>
            <a:ext cx="1124856" cy="268513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first_name</a:t>
            </a:r>
            <a:endParaRPr lang="en-CH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FA952-C6F1-FBF1-EC1A-A5ED66B3C5ED}"/>
              </a:ext>
            </a:extLst>
          </p:cNvPr>
          <p:cNvSpPr txBox="1"/>
          <p:nvPr/>
        </p:nvSpPr>
        <p:spPr>
          <a:xfrm>
            <a:off x="4354767" y="2249883"/>
            <a:ext cx="1343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“Joanna”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3061C43D-4223-A8E3-5B16-7ACC78AC2B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43113" y="2498468"/>
            <a:ext cx="611654" cy="625193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8FBCC3AB-5268-3E30-FF50-2471B706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825" y="2924628"/>
            <a:ext cx="1799772" cy="1516743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5C6F152-E9BB-45AD-9E95-828FE069BE87}"/>
              </a:ext>
            </a:extLst>
          </p:cNvPr>
          <p:cNvSpPr/>
          <p:nvPr/>
        </p:nvSpPr>
        <p:spPr>
          <a:xfrm>
            <a:off x="6147283" y="3912680"/>
            <a:ext cx="1124856" cy="268513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  <a:r>
              <a:rPr lang="en-CH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y_obj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4F3FE6-6208-597F-3B92-50A705FDA55D}"/>
              </a:ext>
            </a:extLst>
          </p:cNvPr>
          <p:cNvSpPr txBox="1"/>
          <p:nvPr/>
        </p:nvSpPr>
        <p:spPr>
          <a:xfrm>
            <a:off x="7314108" y="2207590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71C72EB0-04AE-90DB-F402-23D2D8064377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02454" y="2498468"/>
            <a:ext cx="611654" cy="625193"/>
          </a:xfrm>
          <a:prstGeom prst="curvedConnector2">
            <a:avLst/>
          </a:prstGeom>
          <a:ln w="889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07D0F3-F05F-EF5F-B1F9-EC1740F60527}"/>
              </a:ext>
            </a:extLst>
          </p:cNvPr>
          <p:cNvSpPr txBox="1"/>
          <p:nvPr/>
        </p:nvSpPr>
        <p:spPr>
          <a:xfrm>
            <a:off x="536492" y="996093"/>
            <a:ext cx="190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CH" b="1" dirty="0">
                <a:latin typeface="Courier New" panose="02070309020205020404" pitchFamily="49" charset="0"/>
                <a:cs typeface="Courier New" panose="02070309020205020404" pitchFamily="49" charset="0"/>
              </a:rPr>
              <a:t>y_obj &lt;- 20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E38AC-D69F-660E-BC16-89BFDD29FF3C}"/>
              </a:ext>
            </a:extLst>
          </p:cNvPr>
          <p:cNvSpPr txBox="1"/>
          <p:nvPr/>
        </p:nvSpPr>
        <p:spPr>
          <a:xfrm>
            <a:off x="365602" y="1411947"/>
            <a:ext cx="20733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/>
              <a:t>Put the number 4 inside an object called 'my_obj' </a:t>
            </a:r>
          </a:p>
        </p:txBody>
      </p:sp>
    </p:spTree>
    <p:extLst>
      <p:ext uri="{BB962C8B-B14F-4D97-AF65-F5344CB8AC3E}">
        <p14:creationId xmlns:p14="http://schemas.microsoft.com/office/powerpoint/2010/main" val="190251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96C26E3-8AE6-1344-9DB0-1EC0BD3D7A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661"/>
          <a:stretch/>
        </p:blipFill>
        <p:spPr>
          <a:xfrm>
            <a:off x="332740" y="2604770"/>
            <a:ext cx="3107690" cy="711200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B8ADE43F-EDAC-384F-837A-6DE4A9576F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0"/>
          <a:stretch/>
        </p:blipFill>
        <p:spPr>
          <a:xfrm>
            <a:off x="5520690" y="2515870"/>
            <a:ext cx="3187700" cy="800100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0180CFF8-0281-AB4E-9D95-E77C90D5EE55}"/>
              </a:ext>
            </a:extLst>
          </p:cNvPr>
          <p:cNvSpPr/>
          <p:nvPr/>
        </p:nvSpPr>
        <p:spPr>
          <a:xfrm>
            <a:off x="3657600" y="2777490"/>
            <a:ext cx="1737360" cy="285750"/>
          </a:xfrm>
          <a:prstGeom prst="rightArrow">
            <a:avLst/>
          </a:prstGeom>
          <a:solidFill>
            <a:srgbClr val="FD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EB1E7-DE27-B943-A960-935C149C8D36}"/>
              </a:ext>
            </a:extLst>
          </p:cNvPr>
          <p:cNvSpPr txBox="1"/>
          <p:nvPr/>
        </p:nvSpPr>
        <p:spPr>
          <a:xfrm>
            <a:off x="3703320" y="2161927"/>
            <a:ext cx="1737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D754A"/>
                </a:solidFill>
                <a:latin typeface="Avenir Next Condensed" panose="020B0506020202020204" pitchFamily="34" charset="0"/>
              </a:rPr>
              <a:t>Highlight R function calls</a:t>
            </a:r>
          </a:p>
        </p:txBody>
      </p:sp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8ED146A0-4111-664A-8F92-36DC0F21C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099" y="4333060"/>
            <a:ext cx="2624221" cy="530236"/>
          </a:xfrm>
          <a:prstGeom prst="rect">
            <a:avLst/>
          </a:prstGeom>
        </p:spPr>
      </p:pic>
      <p:pic>
        <p:nvPicPr>
          <p:cNvPr id="24" name="Picture 23" descr="Icon&#10;&#10;Description automatically generated with medium confidence">
            <a:extLst>
              <a:ext uri="{FF2B5EF4-FFF2-40B4-BE49-F238E27FC236}">
                <a16:creationId xmlns:a16="http://schemas.microsoft.com/office/drawing/2014/main" id="{1CE92D6F-BCDB-E645-BA44-E503FFA45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420" y="4333060"/>
            <a:ext cx="2624221" cy="472360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BD8EADC9-E61B-5943-B7F0-EFFBCCEC0E32}"/>
              </a:ext>
            </a:extLst>
          </p:cNvPr>
          <p:cNvSpPr/>
          <p:nvPr/>
        </p:nvSpPr>
        <p:spPr>
          <a:xfrm>
            <a:off x="3783330" y="4454699"/>
            <a:ext cx="1737360" cy="285750"/>
          </a:xfrm>
          <a:prstGeom prst="rightArrow">
            <a:avLst/>
          </a:prstGeom>
          <a:solidFill>
            <a:srgbClr val="FD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FCE454-B627-0A4D-8ADA-CAE9F5CF92C2}"/>
              </a:ext>
            </a:extLst>
          </p:cNvPr>
          <p:cNvSpPr txBox="1"/>
          <p:nvPr/>
        </p:nvSpPr>
        <p:spPr>
          <a:xfrm>
            <a:off x="3783330" y="3859651"/>
            <a:ext cx="1737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>
                <a:solidFill>
                  <a:srgbClr val="FD754A"/>
                </a:solidFill>
                <a:latin typeface="Avenir Next Condensed" panose="020B0506020202020204" pitchFamily="34" charset="0"/>
              </a:rPr>
              <a:t>Rainbow parentheses</a:t>
            </a:r>
          </a:p>
        </p:txBody>
      </p:sp>
    </p:spTree>
    <p:extLst>
      <p:ext uri="{BB962C8B-B14F-4D97-AF65-F5344CB8AC3E}">
        <p14:creationId xmlns:p14="http://schemas.microsoft.com/office/powerpoint/2010/main" val="290947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3D02255-6155-CDB4-CD13-3CFFEEDF5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029" y="0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81702D-55E0-7E3B-729E-781F61C0B4C0}"/>
              </a:ext>
            </a:extLst>
          </p:cNvPr>
          <p:cNvCxnSpPr>
            <a:cxnSpLocks/>
          </p:cNvCxnSpPr>
          <p:nvPr/>
        </p:nvCxnSpPr>
        <p:spPr>
          <a:xfrm>
            <a:off x="1883229" y="2209800"/>
            <a:ext cx="0" cy="3189515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B333CB-6283-8DA6-9D77-EC68D1CBD4E1}"/>
              </a:ext>
            </a:extLst>
          </p:cNvPr>
          <p:cNvCxnSpPr>
            <a:cxnSpLocks/>
          </p:cNvCxnSpPr>
          <p:nvPr/>
        </p:nvCxnSpPr>
        <p:spPr>
          <a:xfrm flipH="1">
            <a:off x="1883229" y="3770085"/>
            <a:ext cx="1415143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C41A4B-248D-DF0A-2E07-5F6ED71A9220}"/>
              </a:ext>
            </a:extLst>
          </p:cNvPr>
          <p:cNvCxnSpPr>
            <a:cxnSpLocks/>
          </p:cNvCxnSpPr>
          <p:nvPr/>
        </p:nvCxnSpPr>
        <p:spPr>
          <a:xfrm flipH="1">
            <a:off x="1915886" y="4568371"/>
            <a:ext cx="1415143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FE5750-84B0-7BBB-CC7B-3AF8C60AA76A}"/>
              </a:ext>
            </a:extLst>
          </p:cNvPr>
          <p:cNvCxnSpPr>
            <a:cxnSpLocks/>
          </p:cNvCxnSpPr>
          <p:nvPr/>
        </p:nvCxnSpPr>
        <p:spPr>
          <a:xfrm flipH="1">
            <a:off x="1915886" y="5366658"/>
            <a:ext cx="1415143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731477DB-C695-3626-5FAB-EA7812153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513" y="3429000"/>
            <a:ext cx="609595" cy="609595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0419C37E-4966-28F5-690B-999BD9999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513" y="4243614"/>
            <a:ext cx="609595" cy="609595"/>
          </a:xfrm>
          <a:prstGeom prst="rect">
            <a:avLst/>
          </a:prstGeom>
        </p:spPr>
      </p:pic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E9E3E96A-F36D-7CEA-CCDE-411822E59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514" y="5029202"/>
            <a:ext cx="609595" cy="609595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FF6429A8-F363-F622-AFE3-21C017B5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58" y="1491341"/>
            <a:ext cx="990599" cy="99059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195CC1-B5D6-59F6-5718-627F49DBC844}"/>
              </a:ext>
            </a:extLst>
          </p:cNvPr>
          <p:cNvCxnSpPr>
            <a:cxnSpLocks/>
          </p:cNvCxnSpPr>
          <p:nvPr/>
        </p:nvCxnSpPr>
        <p:spPr>
          <a:xfrm flipH="1">
            <a:off x="1915886" y="2971799"/>
            <a:ext cx="1415143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3A1D055D-4CEB-591A-C735-BBF794256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513" y="2672440"/>
            <a:ext cx="609596" cy="6095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05D9488-5E93-5718-4805-E678D9283644}"/>
              </a:ext>
            </a:extLst>
          </p:cNvPr>
          <p:cNvSpPr txBox="1"/>
          <p:nvPr/>
        </p:nvSpPr>
        <p:spPr>
          <a:xfrm>
            <a:off x="3886258" y="2743271"/>
            <a:ext cx="2155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.Rproj (R Project File)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61A961-D052-2C8E-052D-1B12D6A1ACE6}"/>
              </a:ext>
            </a:extLst>
          </p:cNvPr>
          <p:cNvSpPr txBox="1"/>
          <p:nvPr/>
        </p:nvSpPr>
        <p:spPr>
          <a:xfrm>
            <a:off x="3886258" y="3545499"/>
            <a:ext cx="592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CC5E6-83F6-63B1-3FCE-052AE3504847}"/>
              </a:ext>
            </a:extLst>
          </p:cNvPr>
          <p:cNvSpPr txBox="1"/>
          <p:nvPr/>
        </p:nvSpPr>
        <p:spPr>
          <a:xfrm>
            <a:off x="3886258" y="4347727"/>
            <a:ext cx="787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scripts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4F955-F728-0A96-00AD-E215BF6771F1}"/>
              </a:ext>
            </a:extLst>
          </p:cNvPr>
          <p:cNvSpPr txBox="1"/>
          <p:nvPr/>
        </p:nvSpPr>
        <p:spPr>
          <a:xfrm>
            <a:off x="3886258" y="5150967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3A7DCC-121E-E21D-B1CA-A2EEAC671012}"/>
              </a:ext>
            </a:extLst>
          </p:cNvPr>
          <p:cNvSpPr txBox="1"/>
          <p:nvPr/>
        </p:nvSpPr>
        <p:spPr>
          <a:xfrm>
            <a:off x="2534116" y="1755807"/>
            <a:ext cx="2478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Your Project Name</a:t>
            </a:r>
          </a:p>
        </p:txBody>
      </p:sp>
    </p:spTree>
    <p:extLst>
      <p:ext uri="{BB962C8B-B14F-4D97-AF65-F5344CB8AC3E}">
        <p14:creationId xmlns:p14="http://schemas.microsoft.com/office/powerpoint/2010/main" val="54835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6B2FB9D0-9775-0902-CB8D-ABD824D9A877}"/>
              </a:ext>
            </a:extLst>
          </p:cNvPr>
          <p:cNvGrpSpPr/>
          <p:nvPr/>
        </p:nvGrpSpPr>
        <p:grpSpPr>
          <a:xfrm>
            <a:off x="855981" y="1331685"/>
            <a:ext cx="962600" cy="2795609"/>
            <a:chOff x="821355" y="1532559"/>
            <a:chExt cx="1447800" cy="279560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B333CB-6283-8DA6-9D77-EC68D1CBD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355" y="1532559"/>
              <a:ext cx="1415143" cy="0"/>
            </a:xfrm>
            <a:prstGeom prst="line">
              <a:avLst/>
            </a:prstGeom>
            <a:ln w="76200">
              <a:solidFill>
                <a:srgbClr val="5AA7B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C41A4B-248D-DF0A-2E07-5F6ED71A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012" y="2933994"/>
              <a:ext cx="1415143" cy="0"/>
            </a:xfrm>
            <a:prstGeom prst="line">
              <a:avLst/>
            </a:prstGeom>
            <a:ln w="76200">
              <a:solidFill>
                <a:srgbClr val="5AA7B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DC0CF70-CF1D-7411-8E9A-322DA2DA5D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909" y="4328168"/>
              <a:ext cx="1415143" cy="0"/>
            </a:xfrm>
            <a:prstGeom prst="line">
              <a:avLst/>
            </a:prstGeom>
            <a:ln w="76200">
              <a:solidFill>
                <a:srgbClr val="5AA7B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B84F2B-6C46-A625-6471-2CC8E2A9140E}"/>
              </a:ext>
            </a:extLst>
          </p:cNvPr>
          <p:cNvCxnSpPr>
            <a:cxnSpLocks/>
          </p:cNvCxnSpPr>
          <p:nvPr/>
        </p:nvCxnSpPr>
        <p:spPr>
          <a:xfrm flipH="1">
            <a:off x="1954015" y="1851338"/>
            <a:ext cx="703394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FDA384A-6EDA-07D9-644F-0C09BB6C4D86}"/>
              </a:ext>
            </a:extLst>
          </p:cNvPr>
          <p:cNvCxnSpPr>
            <a:cxnSpLocks/>
          </p:cNvCxnSpPr>
          <p:nvPr/>
        </p:nvCxnSpPr>
        <p:spPr>
          <a:xfrm flipV="1">
            <a:off x="1986593" y="2824711"/>
            <a:ext cx="0" cy="556908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9089958-4942-6555-7D31-3B4C2581E4EB}"/>
              </a:ext>
            </a:extLst>
          </p:cNvPr>
          <p:cNvCxnSpPr>
            <a:cxnSpLocks/>
          </p:cNvCxnSpPr>
          <p:nvPr/>
        </p:nvCxnSpPr>
        <p:spPr>
          <a:xfrm flipH="1">
            <a:off x="1950840" y="3344364"/>
            <a:ext cx="703394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CE820A-C78B-F3DF-6122-0BBF705977E4}"/>
              </a:ext>
            </a:extLst>
          </p:cNvPr>
          <p:cNvCxnSpPr>
            <a:cxnSpLocks/>
          </p:cNvCxnSpPr>
          <p:nvPr/>
        </p:nvCxnSpPr>
        <p:spPr>
          <a:xfrm flipV="1">
            <a:off x="1986593" y="1331685"/>
            <a:ext cx="0" cy="556908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D02255-6155-CDB4-CD13-3CFFEEDF5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029" y="0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81702D-55E0-7E3B-729E-781F61C0B4C0}"/>
              </a:ext>
            </a:extLst>
          </p:cNvPr>
          <p:cNvCxnSpPr>
            <a:cxnSpLocks/>
          </p:cNvCxnSpPr>
          <p:nvPr/>
        </p:nvCxnSpPr>
        <p:spPr>
          <a:xfrm>
            <a:off x="877694" y="990600"/>
            <a:ext cx="0" cy="3174955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731477DB-C695-3626-5FAB-EA7812153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65" y="990600"/>
            <a:ext cx="609595" cy="609595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0419C37E-4966-28F5-690B-999BD9999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65" y="2408363"/>
            <a:ext cx="609595" cy="6095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C61A961-D052-2C8E-052D-1B12D6A1ACE6}"/>
              </a:ext>
            </a:extLst>
          </p:cNvPr>
          <p:cNvSpPr txBox="1"/>
          <p:nvPr/>
        </p:nvSpPr>
        <p:spPr>
          <a:xfrm>
            <a:off x="2258743" y="1144252"/>
            <a:ext cx="592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CC5E6-83F6-63B1-3FCE-052AE3504847}"/>
              </a:ext>
            </a:extLst>
          </p:cNvPr>
          <p:cNvSpPr txBox="1"/>
          <p:nvPr/>
        </p:nvSpPr>
        <p:spPr>
          <a:xfrm>
            <a:off x="2258743" y="2549629"/>
            <a:ext cx="787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scripts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4F955-F728-0A96-00AD-E215BF6771F1}"/>
              </a:ext>
            </a:extLst>
          </p:cNvPr>
          <p:cNvSpPr txBox="1"/>
          <p:nvPr/>
        </p:nvSpPr>
        <p:spPr>
          <a:xfrm>
            <a:off x="2255637" y="3948561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FBCD8-70B8-5DA7-3BC3-4FDF5E117385}"/>
              </a:ext>
            </a:extLst>
          </p:cNvPr>
          <p:cNvSpPr txBox="1"/>
          <p:nvPr/>
        </p:nvSpPr>
        <p:spPr>
          <a:xfrm>
            <a:off x="6760320" y="6858000"/>
            <a:ext cx="399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scripts import data from the data folder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0517C9-F94D-C007-00EF-48A1B7144125}"/>
              </a:ext>
            </a:extLst>
          </p:cNvPr>
          <p:cNvSpPr txBox="1"/>
          <p:nvPr/>
        </p:nvSpPr>
        <p:spPr>
          <a:xfrm>
            <a:off x="2966937" y="1724680"/>
            <a:ext cx="215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lang="en-CH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bola_sierra_leone.csv</a:t>
            </a:r>
          </a:p>
        </p:txBody>
      </p:sp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A1E54DFE-3C13-5098-5DE4-43D15145F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334" y="1636681"/>
            <a:ext cx="466831" cy="466831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316A86A4-E01A-FC5F-E6FF-F17B9C2CC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6175" y="3094792"/>
            <a:ext cx="465133" cy="46513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B5DCC65-AD90-032E-A361-C60690DD4495}"/>
              </a:ext>
            </a:extLst>
          </p:cNvPr>
          <p:cNvSpPr txBox="1"/>
          <p:nvPr/>
        </p:nvSpPr>
        <p:spPr>
          <a:xfrm>
            <a:off x="3020888" y="3147451"/>
            <a:ext cx="215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ebola_analysis.R</a:t>
            </a:r>
            <a:endParaRPr lang="en-CH" sz="1600" dirty="0">
              <a:solidFill>
                <a:schemeClr val="bg1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E9E3E96A-F36D-7CEA-CCDE-411822E59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64" y="3822496"/>
            <a:ext cx="609595" cy="60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07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6B2FB9D0-9775-0902-CB8D-ABD824D9A877}"/>
              </a:ext>
            </a:extLst>
          </p:cNvPr>
          <p:cNvGrpSpPr/>
          <p:nvPr/>
        </p:nvGrpSpPr>
        <p:grpSpPr>
          <a:xfrm>
            <a:off x="855981" y="1331685"/>
            <a:ext cx="962600" cy="2795609"/>
            <a:chOff x="821355" y="1532559"/>
            <a:chExt cx="1447800" cy="279560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B333CB-6283-8DA6-9D77-EC68D1CBD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355" y="1532559"/>
              <a:ext cx="1415143" cy="0"/>
            </a:xfrm>
            <a:prstGeom prst="line">
              <a:avLst/>
            </a:prstGeom>
            <a:ln w="76200">
              <a:solidFill>
                <a:srgbClr val="5AA7B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C41A4B-248D-DF0A-2E07-5F6ED71A9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012" y="2933994"/>
              <a:ext cx="1415143" cy="0"/>
            </a:xfrm>
            <a:prstGeom prst="line">
              <a:avLst/>
            </a:prstGeom>
            <a:ln w="76200">
              <a:solidFill>
                <a:srgbClr val="5AA7B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DC0CF70-CF1D-7411-8E9A-322DA2DA5D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909" y="4328168"/>
              <a:ext cx="1415143" cy="0"/>
            </a:xfrm>
            <a:prstGeom prst="line">
              <a:avLst/>
            </a:prstGeom>
            <a:ln w="76200">
              <a:solidFill>
                <a:srgbClr val="5AA7B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B84F2B-6C46-A625-6471-2CC8E2A9140E}"/>
              </a:ext>
            </a:extLst>
          </p:cNvPr>
          <p:cNvCxnSpPr>
            <a:cxnSpLocks/>
          </p:cNvCxnSpPr>
          <p:nvPr/>
        </p:nvCxnSpPr>
        <p:spPr>
          <a:xfrm flipH="1">
            <a:off x="1954015" y="1851338"/>
            <a:ext cx="703394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FDA384A-6EDA-07D9-644F-0C09BB6C4D86}"/>
              </a:ext>
            </a:extLst>
          </p:cNvPr>
          <p:cNvCxnSpPr>
            <a:cxnSpLocks/>
          </p:cNvCxnSpPr>
          <p:nvPr/>
        </p:nvCxnSpPr>
        <p:spPr>
          <a:xfrm flipV="1">
            <a:off x="1986593" y="2824711"/>
            <a:ext cx="0" cy="556908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9089958-4942-6555-7D31-3B4C2581E4EB}"/>
              </a:ext>
            </a:extLst>
          </p:cNvPr>
          <p:cNvCxnSpPr>
            <a:cxnSpLocks/>
          </p:cNvCxnSpPr>
          <p:nvPr/>
        </p:nvCxnSpPr>
        <p:spPr>
          <a:xfrm flipH="1">
            <a:off x="1950840" y="3344364"/>
            <a:ext cx="703394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CE820A-C78B-F3DF-6122-0BBF705977E4}"/>
              </a:ext>
            </a:extLst>
          </p:cNvPr>
          <p:cNvCxnSpPr>
            <a:cxnSpLocks/>
          </p:cNvCxnSpPr>
          <p:nvPr/>
        </p:nvCxnSpPr>
        <p:spPr>
          <a:xfrm flipV="1">
            <a:off x="1986593" y="1331685"/>
            <a:ext cx="0" cy="556908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D02255-6155-CDB4-CD13-3CFFEEDF5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029" y="0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81702D-55E0-7E3B-729E-781F61C0B4C0}"/>
              </a:ext>
            </a:extLst>
          </p:cNvPr>
          <p:cNvCxnSpPr>
            <a:cxnSpLocks/>
          </p:cNvCxnSpPr>
          <p:nvPr/>
        </p:nvCxnSpPr>
        <p:spPr>
          <a:xfrm>
            <a:off x="877694" y="990600"/>
            <a:ext cx="0" cy="3174955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731477DB-C695-3626-5FAB-EA7812153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65" y="990600"/>
            <a:ext cx="609595" cy="609595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0419C37E-4966-28F5-690B-999BD9999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65" y="2408363"/>
            <a:ext cx="609595" cy="6095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C61A961-D052-2C8E-052D-1B12D6A1ACE6}"/>
              </a:ext>
            </a:extLst>
          </p:cNvPr>
          <p:cNvSpPr txBox="1"/>
          <p:nvPr/>
        </p:nvSpPr>
        <p:spPr>
          <a:xfrm>
            <a:off x="2373810" y="1107099"/>
            <a:ext cx="592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CC5E6-83F6-63B1-3FCE-052AE3504847}"/>
              </a:ext>
            </a:extLst>
          </p:cNvPr>
          <p:cNvSpPr txBox="1"/>
          <p:nvPr/>
        </p:nvSpPr>
        <p:spPr>
          <a:xfrm>
            <a:off x="2373810" y="2512476"/>
            <a:ext cx="787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scripts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4F955-F728-0A96-00AD-E215BF6771F1}"/>
              </a:ext>
            </a:extLst>
          </p:cNvPr>
          <p:cNvSpPr txBox="1"/>
          <p:nvPr/>
        </p:nvSpPr>
        <p:spPr>
          <a:xfrm>
            <a:off x="2273368" y="3935392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Calibri Light" panose="020F0302020204030204" pitchFamily="34" charset="0"/>
                <a:cs typeface="Calibri Light" panose="020F0302020204030204" pitchFamily="34" charset="0"/>
              </a:rPr>
              <a:t>outputs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FBCD8-70B8-5DA7-3BC3-4FDF5E117385}"/>
              </a:ext>
            </a:extLst>
          </p:cNvPr>
          <p:cNvSpPr txBox="1"/>
          <p:nvPr/>
        </p:nvSpPr>
        <p:spPr>
          <a:xfrm>
            <a:off x="6760320" y="6858000"/>
            <a:ext cx="399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scripts import data from the data folder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0517C9-F94D-C007-00EF-48A1B7144125}"/>
              </a:ext>
            </a:extLst>
          </p:cNvPr>
          <p:cNvSpPr txBox="1"/>
          <p:nvPr/>
        </p:nvSpPr>
        <p:spPr>
          <a:xfrm>
            <a:off x="3053984" y="1676954"/>
            <a:ext cx="215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lang="en-CH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bola_sierra_leone.csv</a:t>
            </a:r>
          </a:p>
        </p:txBody>
      </p:sp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A1E54DFE-3C13-5098-5DE4-43D15145F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031" y="1589678"/>
            <a:ext cx="579009" cy="579009"/>
          </a:xfrm>
          <a:prstGeom prst="rect">
            <a:avLst/>
          </a:prstGeom>
        </p:spPr>
      </p:pic>
      <p:sp>
        <p:nvSpPr>
          <p:cNvPr id="43" name="Freeform 42">
            <a:extLst>
              <a:ext uri="{FF2B5EF4-FFF2-40B4-BE49-F238E27FC236}">
                <a16:creationId xmlns:a16="http://schemas.microsoft.com/office/drawing/2014/main" id="{B1B67826-2A0D-1F8F-DE0C-1C043614F90A}"/>
              </a:ext>
            </a:extLst>
          </p:cNvPr>
          <p:cNvSpPr/>
          <p:nvPr/>
        </p:nvSpPr>
        <p:spPr>
          <a:xfrm>
            <a:off x="4555258" y="1878654"/>
            <a:ext cx="1172244" cy="1368594"/>
          </a:xfrm>
          <a:custGeom>
            <a:avLst/>
            <a:gdLst>
              <a:gd name="connsiteX0" fmla="*/ 1689652 w 1689652"/>
              <a:gd name="connsiteY0" fmla="*/ 0 h 839118"/>
              <a:gd name="connsiteX1" fmla="*/ 1391478 w 1689652"/>
              <a:gd name="connsiteY1" fmla="*/ 506895 h 839118"/>
              <a:gd name="connsiteX2" fmla="*/ 0 w 1689652"/>
              <a:gd name="connsiteY2" fmla="*/ 815008 h 839118"/>
              <a:gd name="connsiteX0" fmla="*/ 1560443 w 1560443"/>
              <a:gd name="connsiteY0" fmla="*/ 0 h 839118"/>
              <a:gd name="connsiteX1" fmla="*/ 1262269 w 1560443"/>
              <a:gd name="connsiteY1" fmla="*/ 506895 h 839118"/>
              <a:gd name="connsiteX2" fmla="*/ 0 w 1560443"/>
              <a:gd name="connsiteY2" fmla="*/ 815008 h 839118"/>
              <a:gd name="connsiteX0" fmla="*/ 1560443 w 1560443"/>
              <a:gd name="connsiteY0" fmla="*/ 0 h 815008"/>
              <a:gd name="connsiteX1" fmla="*/ 1262269 w 1560443"/>
              <a:gd name="connsiteY1" fmla="*/ 506895 h 815008"/>
              <a:gd name="connsiteX2" fmla="*/ 0 w 1560443"/>
              <a:gd name="connsiteY2" fmla="*/ 815008 h 815008"/>
              <a:gd name="connsiteX0" fmla="*/ 1560443 w 1971081"/>
              <a:gd name="connsiteY0" fmla="*/ 0 h 815008"/>
              <a:gd name="connsiteX1" fmla="*/ 1898374 w 1971081"/>
              <a:gd name="connsiteY1" fmla="*/ 457200 h 815008"/>
              <a:gd name="connsiteX2" fmla="*/ 0 w 1971081"/>
              <a:gd name="connsiteY2" fmla="*/ 815008 h 815008"/>
              <a:gd name="connsiteX0" fmla="*/ 1560443 w 1903223"/>
              <a:gd name="connsiteY0" fmla="*/ 0 h 815008"/>
              <a:gd name="connsiteX1" fmla="*/ 1898374 w 1903223"/>
              <a:gd name="connsiteY1" fmla="*/ 457200 h 815008"/>
              <a:gd name="connsiteX2" fmla="*/ 0 w 1903223"/>
              <a:gd name="connsiteY2" fmla="*/ 815008 h 815008"/>
              <a:gd name="connsiteX0" fmla="*/ 1560443 w 1938662"/>
              <a:gd name="connsiteY0" fmla="*/ 0 h 815008"/>
              <a:gd name="connsiteX1" fmla="*/ 1898374 w 1938662"/>
              <a:gd name="connsiteY1" fmla="*/ 457200 h 815008"/>
              <a:gd name="connsiteX2" fmla="*/ 0 w 1938662"/>
              <a:gd name="connsiteY2" fmla="*/ 815008 h 815008"/>
              <a:gd name="connsiteX0" fmla="*/ 1560443 w 1965124"/>
              <a:gd name="connsiteY0" fmla="*/ 0 h 815008"/>
              <a:gd name="connsiteX1" fmla="*/ 1898374 w 1965124"/>
              <a:gd name="connsiteY1" fmla="*/ 457200 h 815008"/>
              <a:gd name="connsiteX2" fmla="*/ 0 w 1965124"/>
              <a:gd name="connsiteY2" fmla="*/ 815008 h 815008"/>
              <a:gd name="connsiteX0" fmla="*/ 1560443 w 1965124"/>
              <a:gd name="connsiteY0" fmla="*/ 0 h 815008"/>
              <a:gd name="connsiteX1" fmla="*/ 1898374 w 1965124"/>
              <a:gd name="connsiteY1" fmla="*/ 457200 h 815008"/>
              <a:gd name="connsiteX2" fmla="*/ 0 w 1965124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877596"/>
              <a:gd name="connsiteY0" fmla="*/ 0 h 815008"/>
              <a:gd name="connsiteX1" fmla="*/ 1808922 w 1877596"/>
              <a:gd name="connsiteY1" fmla="*/ 477079 h 815008"/>
              <a:gd name="connsiteX2" fmla="*/ 0 w 1877596"/>
              <a:gd name="connsiteY2" fmla="*/ 815008 h 815008"/>
              <a:gd name="connsiteX0" fmla="*/ 1560443 w 1793538"/>
              <a:gd name="connsiteY0" fmla="*/ 0 h 815008"/>
              <a:gd name="connsiteX1" fmla="*/ 1610140 w 1793538"/>
              <a:gd name="connsiteY1" fmla="*/ 626166 h 815008"/>
              <a:gd name="connsiteX2" fmla="*/ 0 w 1793538"/>
              <a:gd name="connsiteY2" fmla="*/ 815008 h 815008"/>
              <a:gd name="connsiteX0" fmla="*/ 1560443 w 1900237"/>
              <a:gd name="connsiteY0" fmla="*/ 0 h 815008"/>
              <a:gd name="connsiteX1" fmla="*/ 1610140 w 1900237"/>
              <a:gd name="connsiteY1" fmla="*/ 626166 h 815008"/>
              <a:gd name="connsiteX2" fmla="*/ 0 w 1900237"/>
              <a:gd name="connsiteY2" fmla="*/ 815008 h 815008"/>
              <a:gd name="connsiteX0" fmla="*/ 1560443 w 1900237"/>
              <a:gd name="connsiteY0" fmla="*/ 0 h 815008"/>
              <a:gd name="connsiteX1" fmla="*/ 1610140 w 1900237"/>
              <a:gd name="connsiteY1" fmla="*/ 626166 h 815008"/>
              <a:gd name="connsiteX2" fmla="*/ 0 w 1900237"/>
              <a:gd name="connsiteY2" fmla="*/ 815008 h 815008"/>
              <a:gd name="connsiteX0" fmla="*/ 1878496 w 2218290"/>
              <a:gd name="connsiteY0" fmla="*/ 0 h 834886"/>
              <a:gd name="connsiteX1" fmla="*/ 1928193 w 2218290"/>
              <a:gd name="connsiteY1" fmla="*/ 626166 h 834886"/>
              <a:gd name="connsiteX2" fmla="*/ 0 w 2218290"/>
              <a:gd name="connsiteY2" fmla="*/ 834886 h 834886"/>
              <a:gd name="connsiteX0" fmla="*/ 1878496 w 2218290"/>
              <a:gd name="connsiteY0" fmla="*/ 0 h 834886"/>
              <a:gd name="connsiteX1" fmla="*/ 1928193 w 2218290"/>
              <a:gd name="connsiteY1" fmla="*/ 626166 h 834886"/>
              <a:gd name="connsiteX2" fmla="*/ 0 w 2218290"/>
              <a:gd name="connsiteY2" fmla="*/ 834886 h 834886"/>
              <a:gd name="connsiteX0" fmla="*/ 1078056 w 2027698"/>
              <a:gd name="connsiteY0" fmla="*/ 0 h 840525"/>
              <a:gd name="connsiteX1" fmla="*/ 1928193 w 2027698"/>
              <a:gd name="connsiteY1" fmla="*/ 631805 h 840525"/>
              <a:gd name="connsiteX2" fmla="*/ 0 w 2027698"/>
              <a:gd name="connsiteY2" fmla="*/ 840525 h 840525"/>
              <a:gd name="connsiteX0" fmla="*/ 1078056 w 2127703"/>
              <a:gd name="connsiteY0" fmla="*/ 0 h 840525"/>
              <a:gd name="connsiteX1" fmla="*/ 2037344 w 2127703"/>
              <a:gd name="connsiteY1" fmla="*/ 513390 h 840525"/>
              <a:gd name="connsiteX2" fmla="*/ 0 w 2127703"/>
              <a:gd name="connsiteY2" fmla="*/ 840525 h 840525"/>
              <a:gd name="connsiteX0" fmla="*/ 1078056 w 2037344"/>
              <a:gd name="connsiteY0" fmla="*/ 0 h 840525"/>
              <a:gd name="connsiteX1" fmla="*/ 2037344 w 2037344"/>
              <a:gd name="connsiteY1" fmla="*/ 513390 h 840525"/>
              <a:gd name="connsiteX2" fmla="*/ 0 w 2037344"/>
              <a:gd name="connsiteY2" fmla="*/ 840525 h 840525"/>
              <a:gd name="connsiteX0" fmla="*/ 1078056 w 2037344"/>
              <a:gd name="connsiteY0" fmla="*/ 0 h 840525"/>
              <a:gd name="connsiteX1" fmla="*/ 2037344 w 2037344"/>
              <a:gd name="connsiteY1" fmla="*/ 513390 h 840525"/>
              <a:gd name="connsiteX2" fmla="*/ 0 w 2037344"/>
              <a:gd name="connsiteY2" fmla="*/ 840525 h 840525"/>
              <a:gd name="connsiteX0" fmla="*/ 1078056 w 2128304"/>
              <a:gd name="connsiteY0" fmla="*/ 0 h 840525"/>
              <a:gd name="connsiteX1" fmla="*/ 2128304 w 2128304"/>
              <a:gd name="connsiteY1" fmla="*/ 434446 h 840525"/>
              <a:gd name="connsiteX2" fmla="*/ 0 w 2128304"/>
              <a:gd name="connsiteY2" fmla="*/ 840525 h 840525"/>
              <a:gd name="connsiteX0" fmla="*/ 1078056 w 2144859"/>
              <a:gd name="connsiteY0" fmla="*/ 0 h 840525"/>
              <a:gd name="connsiteX1" fmla="*/ 2128304 w 2144859"/>
              <a:gd name="connsiteY1" fmla="*/ 434446 h 840525"/>
              <a:gd name="connsiteX2" fmla="*/ 0 w 2144859"/>
              <a:gd name="connsiteY2" fmla="*/ 840525 h 840525"/>
              <a:gd name="connsiteX0" fmla="*/ 1078056 w 2144861"/>
              <a:gd name="connsiteY0" fmla="*/ 0 h 840525"/>
              <a:gd name="connsiteX1" fmla="*/ 2128304 w 2144861"/>
              <a:gd name="connsiteY1" fmla="*/ 434446 h 840525"/>
              <a:gd name="connsiteX2" fmla="*/ 0 w 2144861"/>
              <a:gd name="connsiteY2" fmla="*/ 840525 h 840525"/>
              <a:gd name="connsiteX0" fmla="*/ 1078056 w 2145588"/>
              <a:gd name="connsiteY0" fmla="*/ 0 h 840525"/>
              <a:gd name="connsiteX1" fmla="*/ 2128304 w 2145588"/>
              <a:gd name="connsiteY1" fmla="*/ 434446 h 840525"/>
              <a:gd name="connsiteX2" fmla="*/ 0 w 2145588"/>
              <a:gd name="connsiteY2" fmla="*/ 840525 h 84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5588" h="840525">
                <a:moveTo>
                  <a:pt x="1078056" y="0"/>
                </a:moveTo>
                <a:cubicBezTo>
                  <a:pt x="1583235" y="48290"/>
                  <a:pt x="2262870" y="131553"/>
                  <a:pt x="2128304" y="434446"/>
                </a:cubicBezTo>
                <a:cubicBezTo>
                  <a:pt x="2000302" y="746991"/>
                  <a:pt x="824948" y="838868"/>
                  <a:pt x="0" y="840525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prstDash val="sysDot"/>
            <a:tailEnd type="triangle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878496 w 2218290"/>
                      <a:gd name="connsiteY0" fmla="*/ 0 h 1471587"/>
                      <a:gd name="connsiteX1" fmla="*/ 1928193 w 2218290"/>
                      <a:gd name="connsiteY1" fmla="*/ 1103692 h 1471587"/>
                      <a:gd name="connsiteX2" fmla="*/ 0 w 2218290"/>
                      <a:gd name="connsiteY2" fmla="*/ 1471587 h 1471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8290" h="1471587" extrusionOk="0">
                        <a:moveTo>
                          <a:pt x="1878496" y="0"/>
                        </a:moveTo>
                        <a:cubicBezTo>
                          <a:pt x="2289092" y="168487"/>
                          <a:pt x="2205836" y="724138"/>
                          <a:pt x="1928193" y="1103692"/>
                        </a:cubicBezTo>
                        <a:cubicBezTo>
                          <a:pt x="1561765" y="1473002"/>
                          <a:pt x="797409" y="1469542"/>
                          <a:pt x="0" y="1471587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316A86A4-E01A-FC5F-E6FF-F17B9C2CC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4461" y="3084162"/>
            <a:ext cx="465133" cy="46513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B5DCC65-AD90-032E-A361-C60690DD4495}"/>
              </a:ext>
            </a:extLst>
          </p:cNvPr>
          <p:cNvSpPr txBox="1"/>
          <p:nvPr/>
        </p:nvSpPr>
        <p:spPr>
          <a:xfrm>
            <a:off x="3020888" y="3147451"/>
            <a:ext cx="215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ebola_analysis.R</a:t>
            </a:r>
            <a:endParaRPr lang="en-CH" sz="1600" dirty="0">
              <a:solidFill>
                <a:schemeClr val="bg1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40F51A-74EE-7E4E-DEED-1234A6097C57}"/>
              </a:ext>
            </a:extLst>
          </p:cNvPr>
          <p:cNvCxnSpPr>
            <a:cxnSpLocks/>
          </p:cNvCxnSpPr>
          <p:nvPr/>
        </p:nvCxnSpPr>
        <p:spPr>
          <a:xfrm flipV="1">
            <a:off x="1985299" y="4216849"/>
            <a:ext cx="0" cy="556908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E156D1-6F66-BD0C-BB4E-95A9E38FF283}"/>
              </a:ext>
            </a:extLst>
          </p:cNvPr>
          <p:cNvCxnSpPr>
            <a:cxnSpLocks/>
          </p:cNvCxnSpPr>
          <p:nvPr/>
        </p:nvCxnSpPr>
        <p:spPr>
          <a:xfrm flipH="1">
            <a:off x="1949546" y="4736502"/>
            <a:ext cx="703394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E9E3E96A-F36D-7CEA-CCDE-411822E59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64" y="3822496"/>
            <a:ext cx="609595" cy="609595"/>
          </a:xfrm>
          <a:prstGeom prst="rect">
            <a:avLst/>
          </a:prstGeom>
        </p:spPr>
      </p:pic>
      <p:pic>
        <p:nvPicPr>
          <p:cNvPr id="61" name="Picture 60" descr="Icon&#10;&#10;Description automatically generated">
            <a:extLst>
              <a:ext uri="{FF2B5EF4-FFF2-40B4-BE49-F238E27FC236}">
                <a16:creationId xmlns:a16="http://schemas.microsoft.com/office/drawing/2014/main" id="{1C5DCA90-73BE-143C-7411-AD581F326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3905" y="4457752"/>
            <a:ext cx="466138" cy="46613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E88D63B-3327-E1E4-C3BF-B7B4C9A8D0D0}"/>
              </a:ext>
            </a:extLst>
          </p:cNvPr>
          <p:cNvSpPr txBox="1"/>
          <p:nvPr/>
        </p:nvSpPr>
        <p:spPr>
          <a:xfrm>
            <a:off x="3074040" y="4506313"/>
            <a:ext cx="215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histogram_plot.png</a:t>
            </a:r>
            <a:endParaRPr lang="en-CH" sz="1600" dirty="0">
              <a:solidFill>
                <a:schemeClr val="bg1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FD753ED9-F19E-2DEE-725D-2306D08BEC14}"/>
              </a:ext>
            </a:extLst>
          </p:cNvPr>
          <p:cNvSpPr/>
          <p:nvPr/>
        </p:nvSpPr>
        <p:spPr>
          <a:xfrm>
            <a:off x="4649629" y="3385038"/>
            <a:ext cx="1147750" cy="1311707"/>
          </a:xfrm>
          <a:custGeom>
            <a:avLst/>
            <a:gdLst>
              <a:gd name="connsiteX0" fmla="*/ 1689652 w 1689652"/>
              <a:gd name="connsiteY0" fmla="*/ 0 h 839118"/>
              <a:gd name="connsiteX1" fmla="*/ 1391478 w 1689652"/>
              <a:gd name="connsiteY1" fmla="*/ 506895 h 839118"/>
              <a:gd name="connsiteX2" fmla="*/ 0 w 1689652"/>
              <a:gd name="connsiteY2" fmla="*/ 815008 h 839118"/>
              <a:gd name="connsiteX0" fmla="*/ 1560443 w 1560443"/>
              <a:gd name="connsiteY0" fmla="*/ 0 h 839118"/>
              <a:gd name="connsiteX1" fmla="*/ 1262269 w 1560443"/>
              <a:gd name="connsiteY1" fmla="*/ 506895 h 839118"/>
              <a:gd name="connsiteX2" fmla="*/ 0 w 1560443"/>
              <a:gd name="connsiteY2" fmla="*/ 815008 h 839118"/>
              <a:gd name="connsiteX0" fmla="*/ 1560443 w 1560443"/>
              <a:gd name="connsiteY0" fmla="*/ 0 h 815008"/>
              <a:gd name="connsiteX1" fmla="*/ 1262269 w 1560443"/>
              <a:gd name="connsiteY1" fmla="*/ 506895 h 815008"/>
              <a:gd name="connsiteX2" fmla="*/ 0 w 1560443"/>
              <a:gd name="connsiteY2" fmla="*/ 815008 h 815008"/>
              <a:gd name="connsiteX0" fmla="*/ 1560443 w 1971081"/>
              <a:gd name="connsiteY0" fmla="*/ 0 h 815008"/>
              <a:gd name="connsiteX1" fmla="*/ 1898374 w 1971081"/>
              <a:gd name="connsiteY1" fmla="*/ 457200 h 815008"/>
              <a:gd name="connsiteX2" fmla="*/ 0 w 1971081"/>
              <a:gd name="connsiteY2" fmla="*/ 815008 h 815008"/>
              <a:gd name="connsiteX0" fmla="*/ 1560443 w 1903223"/>
              <a:gd name="connsiteY0" fmla="*/ 0 h 815008"/>
              <a:gd name="connsiteX1" fmla="*/ 1898374 w 1903223"/>
              <a:gd name="connsiteY1" fmla="*/ 457200 h 815008"/>
              <a:gd name="connsiteX2" fmla="*/ 0 w 1903223"/>
              <a:gd name="connsiteY2" fmla="*/ 815008 h 815008"/>
              <a:gd name="connsiteX0" fmla="*/ 1560443 w 1938662"/>
              <a:gd name="connsiteY0" fmla="*/ 0 h 815008"/>
              <a:gd name="connsiteX1" fmla="*/ 1898374 w 1938662"/>
              <a:gd name="connsiteY1" fmla="*/ 457200 h 815008"/>
              <a:gd name="connsiteX2" fmla="*/ 0 w 1938662"/>
              <a:gd name="connsiteY2" fmla="*/ 815008 h 815008"/>
              <a:gd name="connsiteX0" fmla="*/ 1560443 w 1965124"/>
              <a:gd name="connsiteY0" fmla="*/ 0 h 815008"/>
              <a:gd name="connsiteX1" fmla="*/ 1898374 w 1965124"/>
              <a:gd name="connsiteY1" fmla="*/ 457200 h 815008"/>
              <a:gd name="connsiteX2" fmla="*/ 0 w 1965124"/>
              <a:gd name="connsiteY2" fmla="*/ 815008 h 815008"/>
              <a:gd name="connsiteX0" fmla="*/ 1560443 w 1965124"/>
              <a:gd name="connsiteY0" fmla="*/ 0 h 815008"/>
              <a:gd name="connsiteX1" fmla="*/ 1898374 w 1965124"/>
              <a:gd name="connsiteY1" fmla="*/ 457200 h 815008"/>
              <a:gd name="connsiteX2" fmla="*/ 0 w 1965124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877596"/>
              <a:gd name="connsiteY0" fmla="*/ 0 h 815008"/>
              <a:gd name="connsiteX1" fmla="*/ 1808922 w 1877596"/>
              <a:gd name="connsiteY1" fmla="*/ 477079 h 815008"/>
              <a:gd name="connsiteX2" fmla="*/ 0 w 1877596"/>
              <a:gd name="connsiteY2" fmla="*/ 815008 h 815008"/>
              <a:gd name="connsiteX0" fmla="*/ 1560443 w 1793538"/>
              <a:gd name="connsiteY0" fmla="*/ 0 h 815008"/>
              <a:gd name="connsiteX1" fmla="*/ 1610140 w 1793538"/>
              <a:gd name="connsiteY1" fmla="*/ 626166 h 815008"/>
              <a:gd name="connsiteX2" fmla="*/ 0 w 1793538"/>
              <a:gd name="connsiteY2" fmla="*/ 815008 h 815008"/>
              <a:gd name="connsiteX0" fmla="*/ 1560443 w 1900237"/>
              <a:gd name="connsiteY0" fmla="*/ 0 h 815008"/>
              <a:gd name="connsiteX1" fmla="*/ 1610140 w 1900237"/>
              <a:gd name="connsiteY1" fmla="*/ 626166 h 815008"/>
              <a:gd name="connsiteX2" fmla="*/ 0 w 1900237"/>
              <a:gd name="connsiteY2" fmla="*/ 815008 h 815008"/>
              <a:gd name="connsiteX0" fmla="*/ 1560443 w 1900237"/>
              <a:gd name="connsiteY0" fmla="*/ 0 h 815008"/>
              <a:gd name="connsiteX1" fmla="*/ 1610140 w 1900237"/>
              <a:gd name="connsiteY1" fmla="*/ 626166 h 815008"/>
              <a:gd name="connsiteX2" fmla="*/ 0 w 1900237"/>
              <a:gd name="connsiteY2" fmla="*/ 815008 h 815008"/>
              <a:gd name="connsiteX0" fmla="*/ 1878496 w 2218290"/>
              <a:gd name="connsiteY0" fmla="*/ 0 h 834886"/>
              <a:gd name="connsiteX1" fmla="*/ 1928193 w 2218290"/>
              <a:gd name="connsiteY1" fmla="*/ 626166 h 834886"/>
              <a:gd name="connsiteX2" fmla="*/ 0 w 2218290"/>
              <a:gd name="connsiteY2" fmla="*/ 834886 h 834886"/>
              <a:gd name="connsiteX0" fmla="*/ 1878496 w 2218290"/>
              <a:gd name="connsiteY0" fmla="*/ 0 h 834886"/>
              <a:gd name="connsiteX1" fmla="*/ 1928193 w 2218290"/>
              <a:gd name="connsiteY1" fmla="*/ 626166 h 834886"/>
              <a:gd name="connsiteX2" fmla="*/ 0 w 2218290"/>
              <a:gd name="connsiteY2" fmla="*/ 834886 h 834886"/>
              <a:gd name="connsiteX0" fmla="*/ 1078056 w 2027698"/>
              <a:gd name="connsiteY0" fmla="*/ 0 h 840525"/>
              <a:gd name="connsiteX1" fmla="*/ 1928193 w 2027698"/>
              <a:gd name="connsiteY1" fmla="*/ 631805 h 840525"/>
              <a:gd name="connsiteX2" fmla="*/ 0 w 2027698"/>
              <a:gd name="connsiteY2" fmla="*/ 840525 h 840525"/>
              <a:gd name="connsiteX0" fmla="*/ 1078056 w 2127703"/>
              <a:gd name="connsiteY0" fmla="*/ 0 h 840525"/>
              <a:gd name="connsiteX1" fmla="*/ 2037344 w 2127703"/>
              <a:gd name="connsiteY1" fmla="*/ 513390 h 840525"/>
              <a:gd name="connsiteX2" fmla="*/ 0 w 2127703"/>
              <a:gd name="connsiteY2" fmla="*/ 840525 h 840525"/>
              <a:gd name="connsiteX0" fmla="*/ 1078056 w 2037344"/>
              <a:gd name="connsiteY0" fmla="*/ 0 h 840525"/>
              <a:gd name="connsiteX1" fmla="*/ 2037344 w 2037344"/>
              <a:gd name="connsiteY1" fmla="*/ 513390 h 840525"/>
              <a:gd name="connsiteX2" fmla="*/ 0 w 2037344"/>
              <a:gd name="connsiteY2" fmla="*/ 840525 h 840525"/>
              <a:gd name="connsiteX0" fmla="*/ 1078056 w 2037344"/>
              <a:gd name="connsiteY0" fmla="*/ 0 h 840525"/>
              <a:gd name="connsiteX1" fmla="*/ 2037344 w 2037344"/>
              <a:gd name="connsiteY1" fmla="*/ 513390 h 840525"/>
              <a:gd name="connsiteX2" fmla="*/ 0 w 2037344"/>
              <a:gd name="connsiteY2" fmla="*/ 840525 h 840525"/>
              <a:gd name="connsiteX0" fmla="*/ 1078056 w 2128304"/>
              <a:gd name="connsiteY0" fmla="*/ 0 h 840525"/>
              <a:gd name="connsiteX1" fmla="*/ 2128304 w 2128304"/>
              <a:gd name="connsiteY1" fmla="*/ 434446 h 840525"/>
              <a:gd name="connsiteX2" fmla="*/ 0 w 2128304"/>
              <a:gd name="connsiteY2" fmla="*/ 840525 h 840525"/>
              <a:gd name="connsiteX0" fmla="*/ 1078056 w 2144859"/>
              <a:gd name="connsiteY0" fmla="*/ 0 h 840525"/>
              <a:gd name="connsiteX1" fmla="*/ 2128304 w 2144859"/>
              <a:gd name="connsiteY1" fmla="*/ 434446 h 840525"/>
              <a:gd name="connsiteX2" fmla="*/ 0 w 2144859"/>
              <a:gd name="connsiteY2" fmla="*/ 840525 h 840525"/>
              <a:gd name="connsiteX0" fmla="*/ 1078056 w 2144861"/>
              <a:gd name="connsiteY0" fmla="*/ 0 h 840525"/>
              <a:gd name="connsiteX1" fmla="*/ 2128304 w 2144861"/>
              <a:gd name="connsiteY1" fmla="*/ 434446 h 840525"/>
              <a:gd name="connsiteX2" fmla="*/ 0 w 2144861"/>
              <a:gd name="connsiteY2" fmla="*/ 840525 h 840525"/>
              <a:gd name="connsiteX0" fmla="*/ 1078056 w 2145588"/>
              <a:gd name="connsiteY0" fmla="*/ 0 h 840525"/>
              <a:gd name="connsiteX1" fmla="*/ 2128304 w 2145588"/>
              <a:gd name="connsiteY1" fmla="*/ 434446 h 840525"/>
              <a:gd name="connsiteX2" fmla="*/ 0 w 2145588"/>
              <a:gd name="connsiteY2" fmla="*/ 840525 h 840525"/>
              <a:gd name="connsiteX0" fmla="*/ 213734 w 1281266"/>
              <a:gd name="connsiteY0" fmla="*/ 0 h 814933"/>
              <a:gd name="connsiteX1" fmla="*/ 1263982 w 1281266"/>
              <a:gd name="connsiteY1" fmla="*/ 434446 h 814933"/>
              <a:gd name="connsiteX2" fmla="*/ 0 w 1281266"/>
              <a:gd name="connsiteY2" fmla="*/ 814933 h 814933"/>
              <a:gd name="connsiteX0" fmla="*/ 213734 w 1281266"/>
              <a:gd name="connsiteY0" fmla="*/ 0 h 814933"/>
              <a:gd name="connsiteX1" fmla="*/ 1263982 w 1281266"/>
              <a:gd name="connsiteY1" fmla="*/ 434446 h 814933"/>
              <a:gd name="connsiteX2" fmla="*/ 0 w 1281266"/>
              <a:gd name="connsiteY2" fmla="*/ 814933 h 814933"/>
              <a:gd name="connsiteX0" fmla="*/ 213734 w 1281266"/>
              <a:gd name="connsiteY0" fmla="*/ 0 h 814933"/>
              <a:gd name="connsiteX1" fmla="*/ 1263982 w 1281266"/>
              <a:gd name="connsiteY1" fmla="*/ 434446 h 814933"/>
              <a:gd name="connsiteX2" fmla="*/ 0 w 1281266"/>
              <a:gd name="connsiteY2" fmla="*/ 814933 h 814933"/>
              <a:gd name="connsiteX0" fmla="*/ 0 w 1286896"/>
              <a:gd name="connsiteY0" fmla="*/ 0 h 805123"/>
              <a:gd name="connsiteX1" fmla="*/ 1273385 w 1286896"/>
              <a:gd name="connsiteY1" fmla="*/ 424636 h 805123"/>
              <a:gd name="connsiteX2" fmla="*/ 9403 w 1286896"/>
              <a:gd name="connsiteY2" fmla="*/ 805123 h 805123"/>
              <a:gd name="connsiteX0" fmla="*/ 0 w 1527706"/>
              <a:gd name="connsiteY0" fmla="*/ 0 h 844364"/>
              <a:gd name="connsiteX1" fmla="*/ 1516807 w 1527706"/>
              <a:gd name="connsiteY1" fmla="*/ 463877 h 844364"/>
              <a:gd name="connsiteX2" fmla="*/ 252825 w 1527706"/>
              <a:gd name="connsiteY2" fmla="*/ 844364 h 844364"/>
              <a:gd name="connsiteX0" fmla="*/ 0 w 1527707"/>
              <a:gd name="connsiteY0" fmla="*/ 0 h 844364"/>
              <a:gd name="connsiteX1" fmla="*/ 1516807 w 1527707"/>
              <a:gd name="connsiteY1" fmla="*/ 463877 h 844364"/>
              <a:gd name="connsiteX2" fmla="*/ 252825 w 1527707"/>
              <a:gd name="connsiteY2" fmla="*/ 844364 h 844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7707" h="844364">
                <a:moveTo>
                  <a:pt x="0" y="0"/>
                </a:moveTo>
                <a:cubicBezTo>
                  <a:pt x="505180" y="23765"/>
                  <a:pt x="1651373" y="160984"/>
                  <a:pt x="1516807" y="463877"/>
                </a:cubicBezTo>
                <a:cubicBezTo>
                  <a:pt x="1388805" y="776422"/>
                  <a:pt x="1271804" y="834177"/>
                  <a:pt x="252825" y="844364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prstDash val="sysDot"/>
            <a:tailEnd type="triangle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878496 w 2218290"/>
                      <a:gd name="connsiteY0" fmla="*/ 0 h 1471587"/>
                      <a:gd name="connsiteX1" fmla="*/ 1928193 w 2218290"/>
                      <a:gd name="connsiteY1" fmla="*/ 1103692 h 1471587"/>
                      <a:gd name="connsiteX2" fmla="*/ 0 w 2218290"/>
                      <a:gd name="connsiteY2" fmla="*/ 1471587 h 1471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8290" h="1471587" extrusionOk="0">
                        <a:moveTo>
                          <a:pt x="1878496" y="0"/>
                        </a:moveTo>
                        <a:cubicBezTo>
                          <a:pt x="2289092" y="168487"/>
                          <a:pt x="2205836" y="724138"/>
                          <a:pt x="1928193" y="1103692"/>
                        </a:cubicBezTo>
                        <a:cubicBezTo>
                          <a:pt x="1561765" y="1473002"/>
                          <a:pt x="797409" y="1469542"/>
                          <a:pt x="0" y="1471587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C7340E1-1353-74A8-AC3B-898C3DD17DAC}"/>
              </a:ext>
            </a:extLst>
          </p:cNvPr>
          <p:cNvCxnSpPr>
            <a:cxnSpLocks/>
          </p:cNvCxnSpPr>
          <p:nvPr/>
        </p:nvCxnSpPr>
        <p:spPr>
          <a:xfrm flipV="1">
            <a:off x="1985764" y="4754154"/>
            <a:ext cx="0" cy="556908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AF9E5D0-5AEB-EB7E-5C57-15A1A8DBD2B0}"/>
              </a:ext>
            </a:extLst>
          </p:cNvPr>
          <p:cNvCxnSpPr>
            <a:cxnSpLocks/>
          </p:cNvCxnSpPr>
          <p:nvPr/>
        </p:nvCxnSpPr>
        <p:spPr>
          <a:xfrm flipH="1">
            <a:off x="1950011" y="5273807"/>
            <a:ext cx="703394" cy="0"/>
          </a:xfrm>
          <a:prstGeom prst="line">
            <a:avLst/>
          </a:prstGeom>
          <a:ln w="76200">
            <a:solidFill>
              <a:srgbClr val="5AA7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Icon&#10;&#10;Description automatically generated">
            <a:extLst>
              <a:ext uri="{FF2B5EF4-FFF2-40B4-BE49-F238E27FC236}">
                <a16:creationId xmlns:a16="http://schemas.microsoft.com/office/drawing/2014/main" id="{DE38464E-9539-5DCE-7970-9B84C12047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4370" y="4995057"/>
            <a:ext cx="466138" cy="46613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2CB0F05-1BDC-EDF5-5DF9-92EFD82A5777}"/>
              </a:ext>
            </a:extLst>
          </p:cNvPr>
          <p:cNvSpPr txBox="1"/>
          <p:nvPr/>
        </p:nvSpPr>
        <p:spPr>
          <a:xfrm>
            <a:off x="3074505" y="5043618"/>
            <a:ext cx="2154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bar_plot.png</a:t>
            </a:r>
            <a:endParaRPr lang="en-CH" sz="1600" dirty="0">
              <a:solidFill>
                <a:schemeClr val="bg1">
                  <a:lumMod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7DFE3-7E77-EC80-05E9-726E661FDE9D}"/>
              </a:ext>
            </a:extLst>
          </p:cNvPr>
          <p:cNvSpPr txBox="1"/>
          <p:nvPr/>
        </p:nvSpPr>
        <p:spPr>
          <a:xfrm>
            <a:off x="4642872" y="2313804"/>
            <a:ext cx="2051524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scripts import data from the </a:t>
            </a:r>
            <a:r>
              <a:rPr lang="en-GB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folder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29E1B5-B667-EB18-9D9B-8FF0D6F08018}"/>
              </a:ext>
            </a:extLst>
          </p:cNvPr>
          <p:cNvSpPr txBox="1"/>
          <p:nvPr/>
        </p:nvSpPr>
        <p:spPr>
          <a:xfrm>
            <a:off x="4878478" y="3711205"/>
            <a:ext cx="2051524" cy="6469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write outputs to the </a:t>
            </a:r>
            <a:r>
              <a:rPr lang="en-GB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folder</a:t>
            </a:r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DC05A663-E207-F9CC-3FD4-E17AB61B3EF4}"/>
              </a:ext>
            </a:extLst>
          </p:cNvPr>
          <p:cNvSpPr/>
          <p:nvPr/>
        </p:nvSpPr>
        <p:spPr>
          <a:xfrm>
            <a:off x="4462469" y="4368313"/>
            <a:ext cx="1492955" cy="882628"/>
          </a:xfrm>
          <a:custGeom>
            <a:avLst/>
            <a:gdLst>
              <a:gd name="connsiteX0" fmla="*/ 1689652 w 1689652"/>
              <a:gd name="connsiteY0" fmla="*/ 0 h 839118"/>
              <a:gd name="connsiteX1" fmla="*/ 1391478 w 1689652"/>
              <a:gd name="connsiteY1" fmla="*/ 506895 h 839118"/>
              <a:gd name="connsiteX2" fmla="*/ 0 w 1689652"/>
              <a:gd name="connsiteY2" fmla="*/ 815008 h 839118"/>
              <a:gd name="connsiteX0" fmla="*/ 1560443 w 1560443"/>
              <a:gd name="connsiteY0" fmla="*/ 0 h 839118"/>
              <a:gd name="connsiteX1" fmla="*/ 1262269 w 1560443"/>
              <a:gd name="connsiteY1" fmla="*/ 506895 h 839118"/>
              <a:gd name="connsiteX2" fmla="*/ 0 w 1560443"/>
              <a:gd name="connsiteY2" fmla="*/ 815008 h 839118"/>
              <a:gd name="connsiteX0" fmla="*/ 1560443 w 1560443"/>
              <a:gd name="connsiteY0" fmla="*/ 0 h 815008"/>
              <a:gd name="connsiteX1" fmla="*/ 1262269 w 1560443"/>
              <a:gd name="connsiteY1" fmla="*/ 506895 h 815008"/>
              <a:gd name="connsiteX2" fmla="*/ 0 w 1560443"/>
              <a:gd name="connsiteY2" fmla="*/ 815008 h 815008"/>
              <a:gd name="connsiteX0" fmla="*/ 1560443 w 1971081"/>
              <a:gd name="connsiteY0" fmla="*/ 0 h 815008"/>
              <a:gd name="connsiteX1" fmla="*/ 1898374 w 1971081"/>
              <a:gd name="connsiteY1" fmla="*/ 457200 h 815008"/>
              <a:gd name="connsiteX2" fmla="*/ 0 w 1971081"/>
              <a:gd name="connsiteY2" fmla="*/ 815008 h 815008"/>
              <a:gd name="connsiteX0" fmla="*/ 1560443 w 1903223"/>
              <a:gd name="connsiteY0" fmla="*/ 0 h 815008"/>
              <a:gd name="connsiteX1" fmla="*/ 1898374 w 1903223"/>
              <a:gd name="connsiteY1" fmla="*/ 457200 h 815008"/>
              <a:gd name="connsiteX2" fmla="*/ 0 w 1903223"/>
              <a:gd name="connsiteY2" fmla="*/ 815008 h 815008"/>
              <a:gd name="connsiteX0" fmla="*/ 1560443 w 1938662"/>
              <a:gd name="connsiteY0" fmla="*/ 0 h 815008"/>
              <a:gd name="connsiteX1" fmla="*/ 1898374 w 1938662"/>
              <a:gd name="connsiteY1" fmla="*/ 457200 h 815008"/>
              <a:gd name="connsiteX2" fmla="*/ 0 w 1938662"/>
              <a:gd name="connsiteY2" fmla="*/ 815008 h 815008"/>
              <a:gd name="connsiteX0" fmla="*/ 1560443 w 1965124"/>
              <a:gd name="connsiteY0" fmla="*/ 0 h 815008"/>
              <a:gd name="connsiteX1" fmla="*/ 1898374 w 1965124"/>
              <a:gd name="connsiteY1" fmla="*/ 457200 h 815008"/>
              <a:gd name="connsiteX2" fmla="*/ 0 w 1965124"/>
              <a:gd name="connsiteY2" fmla="*/ 815008 h 815008"/>
              <a:gd name="connsiteX0" fmla="*/ 1560443 w 1965124"/>
              <a:gd name="connsiteY0" fmla="*/ 0 h 815008"/>
              <a:gd name="connsiteX1" fmla="*/ 1898374 w 1965124"/>
              <a:gd name="connsiteY1" fmla="*/ 457200 h 815008"/>
              <a:gd name="connsiteX2" fmla="*/ 0 w 1965124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906058"/>
              <a:gd name="connsiteY0" fmla="*/ 0 h 815008"/>
              <a:gd name="connsiteX1" fmla="*/ 1808922 w 1906058"/>
              <a:gd name="connsiteY1" fmla="*/ 477079 h 815008"/>
              <a:gd name="connsiteX2" fmla="*/ 0 w 1906058"/>
              <a:gd name="connsiteY2" fmla="*/ 815008 h 815008"/>
              <a:gd name="connsiteX0" fmla="*/ 1560443 w 1877596"/>
              <a:gd name="connsiteY0" fmla="*/ 0 h 815008"/>
              <a:gd name="connsiteX1" fmla="*/ 1808922 w 1877596"/>
              <a:gd name="connsiteY1" fmla="*/ 477079 h 815008"/>
              <a:gd name="connsiteX2" fmla="*/ 0 w 1877596"/>
              <a:gd name="connsiteY2" fmla="*/ 815008 h 815008"/>
              <a:gd name="connsiteX0" fmla="*/ 1560443 w 1793538"/>
              <a:gd name="connsiteY0" fmla="*/ 0 h 815008"/>
              <a:gd name="connsiteX1" fmla="*/ 1610140 w 1793538"/>
              <a:gd name="connsiteY1" fmla="*/ 626166 h 815008"/>
              <a:gd name="connsiteX2" fmla="*/ 0 w 1793538"/>
              <a:gd name="connsiteY2" fmla="*/ 815008 h 815008"/>
              <a:gd name="connsiteX0" fmla="*/ 1560443 w 1900237"/>
              <a:gd name="connsiteY0" fmla="*/ 0 h 815008"/>
              <a:gd name="connsiteX1" fmla="*/ 1610140 w 1900237"/>
              <a:gd name="connsiteY1" fmla="*/ 626166 h 815008"/>
              <a:gd name="connsiteX2" fmla="*/ 0 w 1900237"/>
              <a:gd name="connsiteY2" fmla="*/ 815008 h 815008"/>
              <a:gd name="connsiteX0" fmla="*/ 1560443 w 1900237"/>
              <a:gd name="connsiteY0" fmla="*/ 0 h 815008"/>
              <a:gd name="connsiteX1" fmla="*/ 1610140 w 1900237"/>
              <a:gd name="connsiteY1" fmla="*/ 626166 h 815008"/>
              <a:gd name="connsiteX2" fmla="*/ 0 w 1900237"/>
              <a:gd name="connsiteY2" fmla="*/ 815008 h 815008"/>
              <a:gd name="connsiteX0" fmla="*/ 1878496 w 2218290"/>
              <a:gd name="connsiteY0" fmla="*/ 0 h 834886"/>
              <a:gd name="connsiteX1" fmla="*/ 1928193 w 2218290"/>
              <a:gd name="connsiteY1" fmla="*/ 626166 h 834886"/>
              <a:gd name="connsiteX2" fmla="*/ 0 w 2218290"/>
              <a:gd name="connsiteY2" fmla="*/ 834886 h 834886"/>
              <a:gd name="connsiteX0" fmla="*/ 1878496 w 2218290"/>
              <a:gd name="connsiteY0" fmla="*/ 0 h 834886"/>
              <a:gd name="connsiteX1" fmla="*/ 1928193 w 2218290"/>
              <a:gd name="connsiteY1" fmla="*/ 626166 h 834886"/>
              <a:gd name="connsiteX2" fmla="*/ 0 w 2218290"/>
              <a:gd name="connsiteY2" fmla="*/ 834886 h 834886"/>
              <a:gd name="connsiteX0" fmla="*/ 1078056 w 2027698"/>
              <a:gd name="connsiteY0" fmla="*/ 0 h 840525"/>
              <a:gd name="connsiteX1" fmla="*/ 1928193 w 2027698"/>
              <a:gd name="connsiteY1" fmla="*/ 631805 h 840525"/>
              <a:gd name="connsiteX2" fmla="*/ 0 w 2027698"/>
              <a:gd name="connsiteY2" fmla="*/ 840525 h 840525"/>
              <a:gd name="connsiteX0" fmla="*/ 1078056 w 2127703"/>
              <a:gd name="connsiteY0" fmla="*/ 0 h 840525"/>
              <a:gd name="connsiteX1" fmla="*/ 2037344 w 2127703"/>
              <a:gd name="connsiteY1" fmla="*/ 513390 h 840525"/>
              <a:gd name="connsiteX2" fmla="*/ 0 w 2127703"/>
              <a:gd name="connsiteY2" fmla="*/ 840525 h 840525"/>
              <a:gd name="connsiteX0" fmla="*/ 1078056 w 2037344"/>
              <a:gd name="connsiteY0" fmla="*/ 0 h 840525"/>
              <a:gd name="connsiteX1" fmla="*/ 2037344 w 2037344"/>
              <a:gd name="connsiteY1" fmla="*/ 513390 h 840525"/>
              <a:gd name="connsiteX2" fmla="*/ 0 w 2037344"/>
              <a:gd name="connsiteY2" fmla="*/ 840525 h 840525"/>
              <a:gd name="connsiteX0" fmla="*/ 1078056 w 2037344"/>
              <a:gd name="connsiteY0" fmla="*/ 0 h 840525"/>
              <a:gd name="connsiteX1" fmla="*/ 2037344 w 2037344"/>
              <a:gd name="connsiteY1" fmla="*/ 513390 h 840525"/>
              <a:gd name="connsiteX2" fmla="*/ 0 w 2037344"/>
              <a:gd name="connsiteY2" fmla="*/ 840525 h 840525"/>
              <a:gd name="connsiteX0" fmla="*/ 1078056 w 2128304"/>
              <a:gd name="connsiteY0" fmla="*/ 0 h 840525"/>
              <a:gd name="connsiteX1" fmla="*/ 2128304 w 2128304"/>
              <a:gd name="connsiteY1" fmla="*/ 434446 h 840525"/>
              <a:gd name="connsiteX2" fmla="*/ 0 w 2128304"/>
              <a:gd name="connsiteY2" fmla="*/ 840525 h 840525"/>
              <a:gd name="connsiteX0" fmla="*/ 1078056 w 2144859"/>
              <a:gd name="connsiteY0" fmla="*/ 0 h 840525"/>
              <a:gd name="connsiteX1" fmla="*/ 2128304 w 2144859"/>
              <a:gd name="connsiteY1" fmla="*/ 434446 h 840525"/>
              <a:gd name="connsiteX2" fmla="*/ 0 w 2144859"/>
              <a:gd name="connsiteY2" fmla="*/ 840525 h 840525"/>
              <a:gd name="connsiteX0" fmla="*/ 1078056 w 2144861"/>
              <a:gd name="connsiteY0" fmla="*/ 0 h 840525"/>
              <a:gd name="connsiteX1" fmla="*/ 2128304 w 2144861"/>
              <a:gd name="connsiteY1" fmla="*/ 434446 h 840525"/>
              <a:gd name="connsiteX2" fmla="*/ 0 w 2144861"/>
              <a:gd name="connsiteY2" fmla="*/ 840525 h 840525"/>
              <a:gd name="connsiteX0" fmla="*/ 1078056 w 2145588"/>
              <a:gd name="connsiteY0" fmla="*/ 0 h 840525"/>
              <a:gd name="connsiteX1" fmla="*/ 2128304 w 2145588"/>
              <a:gd name="connsiteY1" fmla="*/ 434446 h 840525"/>
              <a:gd name="connsiteX2" fmla="*/ 0 w 2145588"/>
              <a:gd name="connsiteY2" fmla="*/ 840525 h 840525"/>
              <a:gd name="connsiteX0" fmla="*/ 213734 w 1281266"/>
              <a:gd name="connsiteY0" fmla="*/ 0 h 814933"/>
              <a:gd name="connsiteX1" fmla="*/ 1263982 w 1281266"/>
              <a:gd name="connsiteY1" fmla="*/ 434446 h 814933"/>
              <a:gd name="connsiteX2" fmla="*/ 0 w 1281266"/>
              <a:gd name="connsiteY2" fmla="*/ 814933 h 814933"/>
              <a:gd name="connsiteX0" fmla="*/ 213734 w 1281266"/>
              <a:gd name="connsiteY0" fmla="*/ 0 h 814933"/>
              <a:gd name="connsiteX1" fmla="*/ 1263982 w 1281266"/>
              <a:gd name="connsiteY1" fmla="*/ 434446 h 814933"/>
              <a:gd name="connsiteX2" fmla="*/ 0 w 1281266"/>
              <a:gd name="connsiteY2" fmla="*/ 814933 h 814933"/>
              <a:gd name="connsiteX0" fmla="*/ 213734 w 1281266"/>
              <a:gd name="connsiteY0" fmla="*/ 0 h 814933"/>
              <a:gd name="connsiteX1" fmla="*/ 1263982 w 1281266"/>
              <a:gd name="connsiteY1" fmla="*/ 434446 h 814933"/>
              <a:gd name="connsiteX2" fmla="*/ 0 w 1281266"/>
              <a:gd name="connsiteY2" fmla="*/ 814933 h 814933"/>
              <a:gd name="connsiteX0" fmla="*/ 1263982 w 1263982"/>
              <a:gd name="connsiteY0" fmla="*/ 0 h 380487"/>
              <a:gd name="connsiteX1" fmla="*/ 0 w 1263982"/>
              <a:gd name="connsiteY1" fmla="*/ 380487 h 380487"/>
              <a:gd name="connsiteX0" fmla="*/ 1987191 w 1987191"/>
              <a:gd name="connsiteY0" fmla="*/ 0 h 568160"/>
              <a:gd name="connsiteX1" fmla="*/ 0 w 1987191"/>
              <a:gd name="connsiteY1" fmla="*/ 568160 h 56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87191" h="568160">
                <a:moveTo>
                  <a:pt x="1987191" y="0"/>
                </a:moveTo>
                <a:cubicBezTo>
                  <a:pt x="1859189" y="312545"/>
                  <a:pt x="1018979" y="557973"/>
                  <a:pt x="0" y="568160"/>
                </a:cubicBezTo>
              </a:path>
            </a:pathLst>
          </a:custGeom>
          <a:noFill/>
          <a:ln w="38100">
            <a:solidFill>
              <a:schemeClr val="bg1">
                <a:lumMod val="75000"/>
              </a:schemeClr>
            </a:solidFill>
            <a:prstDash val="sysDot"/>
            <a:tailEnd type="triangle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878496 w 2218290"/>
                      <a:gd name="connsiteY0" fmla="*/ 0 h 1471587"/>
                      <a:gd name="connsiteX1" fmla="*/ 1928193 w 2218290"/>
                      <a:gd name="connsiteY1" fmla="*/ 1103692 h 1471587"/>
                      <a:gd name="connsiteX2" fmla="*/ 0 w 2218290"/>
                      <a:gd name="connsiteY2" fmla="*/ 1471587 h 1471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218290" h="1471587" extrusionOk="0">
                        <a:moveTo>
                          <a:pt x="1878496" y="0"/>
                        </a:moveTo>
                        <a:cubicBezTo>
                          <a:pt x="2289092" y="168487"/>
                          <a:pt x="2205836" y="724138"/>
                          <a:pt x="1928193" y="1103692"/>
                        </a:cubicBezTo>
                        <a:cubicBezTo>
                          <a:pt x="1561765" y="1473002"/>
                          <a:pt x="797409" y="1469542"/>
                          <a:pt x="0" y="1471587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40439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5AA7B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4246</TotalTime>
  <Words>414</Words>
  <Application>Microsoft Macintosh PowerPoint</Application>
  <PresentationFormat>On-screen Show (4:3)</PresentationFormat>
  <Paragraphs>142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Condensed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Coral</dc:creator>
  <cp:lastModifiedBy>Kenechukwu Nwosu</cp:lastModifiedBy>
  <cp:revision>23</cp:revision>
  <dcterms:created xsi:type="dcterms:W3CDTF">2014-01-14T12:05:24Z</dcterms:created>
  <dcterms:modified xsi:type="dcterms:W3CDTF">2022-08-28T15:01:16Z</dcterms:modified>
</cp:coreProperties>
</file>